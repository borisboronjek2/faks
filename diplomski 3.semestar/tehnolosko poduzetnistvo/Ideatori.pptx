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3" r:id="rId4"/>
  </p:sldMasterIdLst>
  <p:notesMasterIdLst>
    <p:notesMasterId r:id="rId15"/>
  </p:notesMasterIdLst>
  <p:handoutMasterIdLst>
    <p:handoutMasterId r:id="rId16"/>
  </p:handoutMasterIdLst>
  <p:sldIdLst>
    <p:sldId id="400" r:id="rId5"/>
    <p:sldId id="415" r:id="rId6"/>
    <p:sldId id="414" r:id="rId7"/>
    <p:sldId id="410" r:id="rId8"/>
    <p:sldId id="411" r:id="rId9"/>
    <p:sldId id="413" r:id="rId10"/>
    <p:sldId id="417" r:id="rId11"/>
    <p:sldId id="416" r:id="rId12"/>
    <p:sldId id="418" r:id="rId13"/>
    <p:sldId id="419" r:id="rId14"/>
  </p:sldIdLst>
  <p:sldSz cx="12192000" cy="6858000"/>
  <p:notesSz cx="6858000" cy="9144000"/>
  <p:custDataLst>
    <p:tags r:id="rId1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5E05E34-F9C0-F129-D397-F51F9167618F}" v="465" dt="2026-01-08T17:41:53.513"/>
    <p1510:client id="{534EDE9E-5E92-DC57-0882-D0A8BB76442E}" v="542" dt="2026-01-09T09:29:59.352"/>
    <p1510:client id="{6FAE33BF-FAA4-50EF-5729-C981BD1BD565}" v="20" dt="2026-01-09T17:14:20.644"/>
    <p1510:client id="{918217BC-1D0A-7C98-C9B9-0ECE515F5AF6}" v="210" dt="2026-01-08T19:58:13.289"/>
    <p1510:client id="{B67828BD-A019-4CC5-9A7C-FDF065226167}" v="82" dt="2026-01-08T18:51:31.663"/>
    <p1510:client id="{F3766C31-CB98-C8E4-4D80-22650F6858C0}" v="394" dt="2026-01-08T17:44:24.77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gs" Target="tags/tag1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68F83A-302B-D5C7-8388-31A7738B949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5529D8-29D3-4EF8-AFE4-9B04C334D78A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0593AB-C6A0-9A15-AB36-A73DC45ECA7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FA4FD5-91A7-B4C3-9946-947BB86E9AE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CE52CC-DD0F-44B3-B13D-E7228EEC80E7}" type="slidenum">
              <a:rPr lang="en-US" smtClean="0"/>
              <a:t>‹#›</a:t>
            </a:fld>
            <a:endParaRPr lang="en-US"/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7D257EEE-7A71-A801-1D30-27730853F45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 altLang="zh-CN"/>
              <a:t>Header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33634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/>
              <a:t>Click to edit Master text styles</a:t>
            </a:r>
            <a:endParaRPr lang="zh-CN" altLang="en-US"/>
          </a:p>
          <a:p>
            <a:pPr lvl="1"/>
            <a:r>
              <a:rPr lang="en-US" altLang="zh-CN"/>
              <a:t>Second</a:t>
            </a:r>
            <a:r>
              <a:rPr lang="zh-CN" altLang="en-US"/>
              <a:t> </a:t>
            </a:r>
            <a:r>
              <a:rPr lang="en-US" altLang="zh-CN"/>
              <a:t>level</a:t>
            </a:r>
            <a:endParaRPr lang="zh-CN" altLang="en-US"/>
          </a:p>
          <a:p>
            <a:pPr lvl="2"/>
            <a:r>
              <a:rPr lang="en-US" altLang="zh-CN"/>
              <a:t>Third</a:t>
            </a:r>
            <a:r>
              <a:rPr lang="zh-CN" altLang="en-US"/>
              <a:t> </a:t>
            </a:r>
            <a:r>
              <a:rPr lang="en-US" altLang="zh-CN"/>
              <a:t>level</a:t>
            </a:r>
            <a:endParaRPr lang="zh-CN" altLang="en-US"/>
          </a:p>
          <a:p>
            <a:pPr lvl="3"/>
            <a:r>
              <a:rPr lang="en-US" altLang="zh-CN"/>
              <a:t>Fourth level</a:t>
            </a:r>
            <a:endParaRPr lang="zh-CN" altLang="en-US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3DABDA-89F0-4727-B28F-05A90B0069B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2D11F53F-2F00-3651-F337-81306AF8F1EE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EF805B-254D-4FE1-8316-FEA92B4B8253}" type="datetimeFigureOut">
              <a:rPr lang="en-US" smtClean="0"/>
              <a:t>1/9/2026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8959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/>
              <a:t>22. Ožujka 2023.</a:t>
            </a:r>
          </a:p>
          <a:p>
            <a:r>
              <a:rPr lang="hr-HR"/>
              <a:t>Konkurencija i slaba komunikacija među trgovcima</a:t>
            </a:r>
          </a:p>
          <a:p>
            <a:endParaRPr lang="hr-HR"/>
          </a:p>
          <a:p>
            <a:r>
              <a:rPr lang="hr-HR"/>
              <a:t>Ponuda optimalnog rasporeda koji MAKSIMIZIRA ZARADU I ZADOVOLJSTVO GRAĐANA</a:t>
            </a:r>
          </a:p>
          <a:p>
            <a:r>
              <a:rPr lang="hr-HR"/>
              <a:t>Dodatna vrijednost može se ponuditi dobavljačima, koristeći podatke od trgovaca.</a:t>
            </a:r>
          </a:p>
          <a:p>
            <a:endParaRPr lang="hr-HR"/>
          </a:p>
          <a:p>
            <a:r>
              <a:rPr lang="hr-HR"/>
              <a:t>Softver kao usluga jednostavno je održavati što se poslovnog aspekta tiće.</a:t>
            </a:r>
          </a:p>
          <a:p>
            <a:r>
              <a:rPr lang="hr-HR"/>
              <a:t>Ko studenti fera imamo iskustva s OPTIMIZACIJOM i SIGURNOŠĆU radi podataka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3DABDA-89F0-4727-B28F-05A90B0069BB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17257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svg"/><Relationship Id="rId3" Type="http://schemas.openxmlformats.org/officeDocument/2006/relationships/image" Target="../media/image6.svg"/><Relationship Id="rId7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image" Target="../media/image7.svg"/><Relationship Id="rId9" Type="http://schemas.openxmlformats.org/officeDocument/2006/relationships/image" Target="../media/image8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image" Target="../media/image7.sv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png"/><Relationship Id="rId5" Type="http://schemas.openxmlformats.org/officeDocument/2006/relationships/image" Target="../media/image7.svg"/><Relationship Id="rId4" Type="http://schemas.openxmlformats.org/officeDocument/2006/relationships/image" Target="../media/image5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png"/><Relationship Id="rId5" Type="http://schemas.openxmlformats.org/officeDocument/2006/relationships/image" Target="../media/image7.svg"/><Relationship Id="rId4" Type="http://schemas.openxmlformats.org/officeDocument/2006/relationships/image" Target="../media/image5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sv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13" Type="http://schemas.openxmlformats.org/officeDocument/2006/relationships/image" Target="../media/image15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12" Type="http://schemas.openxmlformats.org/officeDocument/2006/relationships/image" Target="../media/image1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11" Type="http://schemas.openxmlformats.org/officeDocument/2006/relationships/image" Target="../media/image13.svg"/><Relationship Id="rId5" Type="http://schemas.openxmlformats.org/officeDocument/2006/relationships/image" Target="../media/image2.svg"/><Relationship Id="rId10" Type="http://schemas.openxmlformats.org/officeDocument/2006/relationships/image" Target="../media/image12.svg"/><Relationship Id="rId4" Type="http://schemas.openxmlformats.org/officeDocument/2006/relationships/image" Target="../media/image1.png"/><Relationship Id="rId9" Type="http://schemas.openxmlformats.org/officeDocument/2006/relationships/image" Target="../media/image11.png"/></Relationships>
</file>

<file path=ppt/slideLayouts/_rels/slideLayout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7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16.sv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548642"/>
            <a:ext cx="7478991" cy="3635797"/>
          </a:xfrm>
        </p:spPr>
        <p:txBody>
          <a:bodyPr anchor="ctr" anchorCtr="0">
            <a:normAutofit/>
          </a:bodyPr>
          <a:lstStyle>
            <a:lvl1pPr algn="l">
              <a:lnSpc>
                <a:spcPct val="100000"/>
              </a:lnSpc>
              <a:defRPr sz="5400"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7" y="4305712"/>
            <a:ext cx="7478991" cy="1545336"/>
          </a:xfrm>
        </p:spPr>
        <p:txBody>
          <a:bodyPr anchor="t" anchorCtr="0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ysClr val="windowText" lastClr="000000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62079340-520A-1C37-0597-7229461ED2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03/12/2025</a:t>
            </a:r>
            <a:fld id="{C764DE79-268F-4C1A-8933-263129D2AF90}" type="datetimeFigureOut">
              <a:rPr lang="en-US" smtClean="0"/>
              <a:pPr/>
              <a:t>1/9/2026</a:t>
            </a:fld>
            <a:endParaRPr lang="en-US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8882167E-3DFD-8290-014F-2FDAA2A4F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C06CAB1B-912A-4EBF-236C-588342B21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D44298B6-B370-D87B-F018-D481A252D3A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21208" y="5985960"/>
            <a:ext cx="2398389" cy="239712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zh-CN"/>
              <a:t>Presenter Name</a:t>
            </a:r>
          </a:p>
        </p:txBody>
      </p:sp>
      <p:pic>
        <p:nvPicPr>
          <p:cNvPr id="7" name="Graphic">
            <a:extLst>
              <a:ext uri="{FF2B5EF4-FFF2-40B4-BE49-F238E27FC236}">
                <a16:creationId xmlns:a16="http://schemas.microsoft.com/office/drawing/2014/main" id="{ACC53594-4960-3824-F1CD-1934D005BA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10946087" y="-585"/>
            <a:ext cx="1245913" cy="1245913"/>
          </a:xfrm>
          <a:prstGeom prst="rect">
            <a:avLst/>
          </a:prstGeom>
        </p:spPr>
      </p:pic>
      <p:pic>
        <p:nvPicPr>
          <p:cNvPr id="8" name="Graphic">
            <a:extLst>
              <a:ext uri="{FF2B5EF4-FFF2-40B4-BE49-F238E27FC236}">
                <a16:creationId xmlns:a16="http://schemas.microsoft.com/office/drawing/2014/main" id="{8F9052EB-6CBC-F13A-20FD-D0D1DBB692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9700174" y="-585"/>
            <a:ext cx="1245913" cy="1245913"/>
          </a:xfrm>
          <a:prstGeom prst="rect">
            <a:avLst/>
          </a:prstGeom>
        </p:spPr>
      </p:pic>
      <p:pic>
        <p:nvPicPr>
          <p:cNvPr id="9" name="Graphic">
            <a:extLst>
              <a:ext uri="{FF2B5EF4-FFF2-40B4-BE49-F238E27FC236}">
                <a16:creationId xmlns:a16="http://schemas.microsoft.com/office/drawing/2014/main" id="{73EA2727-0F5A-D866-71C6-A53DA8762E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8454261" y="-585"/>
            <a:ext cx="1245913" cy="1245913"/>
          </a:xfrm>
          <a:prstGeom prst="rect">
            <a:avLst/>
          </a:prstGeom>
        </p:spPr>
      </p:pic>
      <p:pic>
        <p:nvPicPr>
          <p:cNvPr id="10" name="Graphic">
            <a:extLst>
              <a:ext uri="{FF2B5EF4-FFF2-40B4-BE49-F238E27FC236}">
                <a16:creationId xmlns:a16="http://schemas.microsoft.com/office/drawing/2014/main" id="{A54DABA2-9D4F-59F6-1050-60EC018CDF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8454261" y="1244742"/>
            <a:ext cx="1245913" cy="1245913"/>
          </a:xfrm>
          <a:prstGeom prst="rect">
            <a:avLst/>
          </a:prstGeom>
        </p:spPr>
      </p:pic>
      <p:pic>
        <p:nvPicPr>
          <p:cNvPr id="12" name="Graphic">
            <a:extLst>
              <a:ext uri="{FF2B5EF4-FFF2-40B4-BE49-F238E27FC236}">
                <a16:creationId xmlns:a16="http://schemas.microsoft.com/office/drawing/2014/main" id="{4A1750D8-8E20-2C83-C18D-606D87A6F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10946087" y="1244742"/>
            <a:ext cx="1245913" cy="1245913"/>
          </a:xfrm>
          <a:prstGeom prst="rect">
            <a:avLst/>
          </a:prstGeom>
        </p:spPr>
      </p:pic>
      <p:pic>
        <p:nvPicPr>
          <p:cNvPr id="13" name="Graphic">
            <a:extLst>
              <a:ext uri="{FF2B5EF4-FFF2-40B4-BE49-F238E27FC236}">
                <a16:creationId xmlns:a16="http://schemas.microsoft.com/office/drawing/2014/main" id="{50E6B833-8707-2EFD-841C-4B2230C42A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697478" y="2492159"/>
            <a:ext cx="1245913" cy="1245913"/>
          </a:xfrm>
          <a:prstGeom prst="rect">
            <a:avLst/>
          </a:prstGeom>
        </p:spPr>
      </p:pic>
      <p:pic>
        <p:nvPicPr>
          <p:cNvPr id="14" name="Graphic">
            <a:extLst>
              <a:ext uri="{FF2B5EF4-FFF2-40B4-BE49-F238E27FC236}">
                <a16:creationId xmlns:a16="http://schemas.microsoft.com/office/drawing/2014/main" id="{039F8148-8933-7870-476D-AE9E47860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97477" y="4096388"/>
            <a:ext cx="1245913" cy="1245913"/>
          </a:xfrm>
          <a:prstGeom prst="rect">
            <a:avLst/>
          </a:prstGeom>
        </p:spPr>
      </p:pic>
      <p:pic>
        <p:nvPicPr>
          <p:cNvPr id="16" name="Graphic">
            <a:extLst>
              <a:ext uri="{FF2B5EF4-FFF2-40B4-BE49-F238E27FC236}">
                <a16:creationId xmlns:a16="http://schemas.microsoft.com/office/drawing/2014/main" id="{0E17363E-BC81-5498-A87F-86C27093ED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0944739" y="2492159"/>
            <a:ext cx="1245913" cy="1245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49006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FFE10DF0-DBDD-A816-228D-2E90AD1260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538" y="469911"/>
            <a:ext cx="6027061" cy="3626477"/>
          </a:xfrm>
        </p:spPr>
        <p:txBody>
          <a:bodyPr lIns="0" tIns="0" rIns="0" bIns="0" anchor="b" anchorCtr="0">
            <a:normAutofit/>
          </a:bodyPr>
          <a:lstStyle>
            <a:lvl1pPr>
              <a:lnSpc>
                <a:spcPct val="100000"/>
              </a:lnSpc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B8A18FEA-EB03-5A7A-F22C-350650E83D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5538" y="4284643"/>
            <a:ext cx="6027061" cy="1245913"/>
          </a:xfrm>
        </p:spPr>
        <p:txBody>
          <a:bodyPr anchor="t" anchorCtr="0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ysClr val="windowText" lastClr="000000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5D21A2-155D-AD9D-B705-D5CCEABBF1F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60399" y="5823597"/>
            <a:ext cx="2398389" cy="239712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zh-CN"/>
              <a:t>Presenter Name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08F473-3C9D-5FC0-8A0E-F00588820726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r>
              <a:rPr lang="en-US" altLang="zh-CN"/>
              <a:t>03/12/2025</a:t>
            </a:r>
            <a:fld id="{C764DE79-268F-4C1A-8933-263129D2AF90}" type="datetimeFigureOut">
              <a:rPr lang="en-US" smtClean="0"/>
              <a:pPr/>
              <a:t>1/9/2026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C4DB2E-3C40-718A-F213-B03CCD5B3E54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D5BE002-37EB-730C-7C82-4E4C516724C6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6" name="Graphic">
            <a:extLst>
              <a:ext uri="{FF2B5EF4-FFF2-40B4-BE49-F238E27FC236}">
                <a16:creationId xmlns:a16="http://schemas.microsoft.com/office/drawing/2014/main" id="{F96349B5-0C82-A2C9-6CD6-91089ACD9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10946087" y="-585"/>
            <a:ext cx="1245913" cy="1245913"/>
          </a:xfrm>
          <a:prstGeom prst="rect">
            <a:avLst/>
          </a:prstGeom>
        </p:spPr>
      </p:pic>
      <p:pic>
        <p:nvPicPr>
          <p:cNvPr id="57" name="Graphic">
            <a:extLst>
              <a:ext uri="{FF2B5EF4-FFF2-40B4-BE49-F238E27FC236}">
                <a16:creationId xmlns:a16="http://schemas.microsoft.com/office/drawing/2014/main" id="{5E325647-652D-376F-CB31-A438EFA524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9700174" y="-585"/>
            <a:ext cx="1245913" cy="1245913"/>
          </a:xfrm>
          <a:prstGeom prst="rect">
            <a:avLst/>
          </a:prstGeom>
        </p:spPr>
      </p:pic>
      <p:pic>
        <p:nvPicPr>
          <p:cNvPr id="58" name="Graphic">
            <a:extLst>
              <a:ext uri="{FF2B5EF4-FFF2-40B4-BE49-F238E27FC236}">
                <a16:creationId xmlns:a16="http://schemas.microsoft.com/office/drawing/2014/main" id="{AD6029CF-21B0-BED6-5607-E71DE0C087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8454261" y="-585"/>
            <a:ext cx="1245913" cy="1245913"/>
          </a:xfrm>
          <a:prstGeom prst="rect">
            <a:avLst/>
          </a:prstGeom>
        </p:spPr>
      </p:pic>
      <p:pic>
        <p:nvPicPr>
          <p:cNvPr id="59" name="Graphic">
            <a:extLst>
              <a:ext uri="{FF2B5EF4-FFF2-40B4-BE49-F238E27FC236}">
                <a16:creationId xmlns:a16="http://schemas.microsoft.com/office/drawing/2014/main" id="{9B1E7219-B4EF-2061-E4BE-17D8ADEF18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8454261" y="1244742"/>
            <a:ext cx="1245913" cy="1245913"/>
          </a:xfrm>
          <a:prstGeom prst="rect">
            <a:avLst/>
          </a:prstGeom>
        </p:spPr>
      </p:pic>
      <p:pic>
        <p:nvPicPr>
          <p:cNvPr id="60" name="Graphic">
            <a:extLst>
              <a:ext uri="{FF2B5EF4-FFF2-40B4-BE49-F238E27FC236}">
                <a16:creationId xmlns:a16="http://schemas.microsoft.com/office/drawing/2014/main" id="{5A1504D5-E6DB-2417-4FD9-6990BF69E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V="1">
            <a:off x="7209695" y="1244744"/>
            <a:ext cx="1245913" cy="1245913"/>
          </a:xfrm>
          <a:prstGeom prst="rect">
            <a:avLst/>
          </a:prstGeom>
        </p:spPr>
      </p:pic>
      <p:pic>
        <p:nvPicPr>
          <p:cNvPr id="62" name="Graphic">
            <a:extLst>
              <a:ext uri="{FF2B5EF4-FFF2-40B4-BE49-F238E27FC236}">
                <a16:creationId xmlns:a16="http://schemas.microsoft.com/office/drawing/2014/main" id="{A0E0E212-2F84-467D-F040-50D57A7D75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10946087" y="1244742"/>
            <a:ext cx="1245913" cy="1245913"/>
          </a:xfrm>
          <a:prstGeom prst="rect">
            <a:avLst/>
          </a:prstGeom>
        </p:spPr>
      </p:pic>
      <p:pic>
        <p:nvPicPr>
          <p:cNvPr id="64" name="Graphic">
            <a:extLst>
              <a:ext uri="{FF2B5EF4-FFF2-40B4-BE49-F238E27FC236}">
                <a16:creationId xmlns:a16="http://schemas.microsoft.com/office/drawing/2014/main" id="{195CD9A0-2524-B822-618B-C09023545B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697478" y="2492159"/>
            <a:ext cx="1245913" cy="1245913"/>
          </a:xfrm>
          <a:prstGeom prst="rect">
            <a:avLst/>
          </a:prstGeom>
        </p:spPr>
      </p:pic>
      <p:pic>
        <p:nvPicPr>
          <p:cNvPr id="65" name="Graphic">
            <a:extLst>
              <a:ext uri="{FF2B5EF4-FFF2-40B4-BE49-F238E27FC236}">
                <a16:creationId xmlns:a16="http://schemas.microsoft.com/office/drawing/2014/main" id="{4773B686-BD44-2D66-A7B6-B7585C028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97477" y="4096388"/>
            <a:ext cx="1245913" cy="1245913"/>
          </a:xfrm>
          <a:prstGeom prst="rect">
            <a:avLst/>
          </a:prstGeom>
        </p:spPr>
      </p:pic>
      <p:pic>
        <p:nvPicPr>
          <p:cNvPr id="61" name="Graphic">
            <a:extLst>
              <a:ext uri="{FF2B5EF4-FFF2-40B4-BE49-F238E27FC236}">
                <a16:creationId xmlns:a16="http://schemas.microsoft.com/office/drawing/2014/main" id="{EE9411C6-2310-9104-1A9B-A149238D96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09695" y="2485699"/>
            <a:ext cx="1245913" cy="1245913"/>
          </a:xfrm>
          <a:prstGeom prst="rect">
            <a:avLst/>
          </a:prstGeom>
        </p:spPr>
      </p:pic>
      <p:pic>
        <p:nvPicPr>
          <p:cNvPr id="63" name="Graphic">
            <a:extLst>
              <a:ext uri="{FF2B5EF4-FFF2-40B4-BE49-F238E27FC236}">
                <a16:creationId xmlns:a16="http://schemas.microsoft.com/office/drawing/2014/main" id="{EB3826B7-4CAA-163A-0486-0C88030932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0944739" y="2492159"/>
            <a:ext cx="1245913" cy="1245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89433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1200" y="1040704"/>
            <a:ext cx="8229600" cy="2621154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defRPr sz="5400"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81201" y="3839013"/>
            <a:ext cx="8229600" cy="1414091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2400">
                <a:solidFill>
                  <a:sysClr val="windowText" lastClr="000000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B38046AB-D9F5-1893-7DFC-8DB6312FE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896806" y="5440259"/>
            <a:ext cx="2398389" cy="239712"/>
          </a:xfrm>
        </p:spPr>
        <p:txBody>
          <a:bodyPr lIns="0" tIns="0" rIns="0" bIns="0">
            <a:no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zh-CN"/>
              <a:t>Presenter Name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B5A8C7-A83B-6489-D21E-5B480C549EB7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r>
              <a:rPr lang="en-US" altLang="zh-CN"/>
              <a:t>03/12/2025</a:t>
            </a:r>
            <a:fld id="{C764DE79-268F-4C1A-8933-263129D2AF90}" type="datetimeFigureOut">
              <a:rPr lang="en-US" smtClean="0"/>
              <a:pPr/>
              <a:t>1/9/2026</a:t>
            </a:fld>
            <a:endParaRPr lang="en-US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B0AF4A89-2B96-768D-17C2-66047B0A042C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0183077A-64D7-1B46-442E-871CDCFA22F1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Graphic 37">
            <a:extLst>
              <a:ext uri="{FF2B5EF4-FFF2-40B4-BE49-F238E27FC236}">
                <a16:creationId xmlns:a16="http://schemas.microsoft.com/office/drawing/2014/main" id="{DA472B3D-9EB7-4155-878C-93C3C44C94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10521624" y="834795"/>
            <a:ext cx="835188" cy="835188"/>
          </a:xfrm>
          <a:prstGeom prst="rect">
            <a:avLst/>
          </a:prstGeom>
        </p:spPr>
      </p:pic>
      <p:pic>
        <p:nvPicPr>
          <p:cNvPr id="8" name="Graphic 38">
            <a:extLst>
              <a:ext uri="{FF2B5EF4-FFF2-40B4-BE49-F238E27FC236}">
                <a16:creationId xmlns:a16="http://schemas.microsoft.com/office/drawing/2014/main" id="{440CC070-F73C-A30D-7024-E2FD4B585F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56812" y="0"/>
            <a:ext cx="835188" cy="835188"/>
          </a:xfrm>
          <a:prstGeom prst="rect">
            <a:avLst/>
          </a:prstGeom>
        </p:spPr>
      </p:pic>
      <p:pic>
        <p:nvPicPr>
          <p:cNvPr id="9" name="Graphic 39">
            <a:extLst>
              <a:ext uri="{FF2B5EF4-FFF2-40B4-BE49-F238E27FC236}">
                <a16:creationId xmlns:a16="http://schemas.microsoft.com/office/drawing/2014/main" id="{AE9162A6-D4CB-1D6F-8B4E-3E17F1747A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flipV="1">
            <a:off x="11356812" y="834795"/>
            <a:ext cx="835188" cy="835188"/>
          </a:xfrm>
          <a:prstGeom prst="rect">
            <a:avLst/>
          </a:prstGeom>
        </p:spPr>
      </p:pic>
      <p:pic>
        <p:nvPicPr>
          <p:cNvPr id="10" name="Graphic 41">
            <a:extLst>
              <a:ext uri="{FF2B5EF4-FFF2-40B4-BE49-F238E27FC236}">
                <a16:creationId xmlns:a16="http://schemas.microsoft.com/office/drawing/2014/main" id="{52CE1CBA-D91F-F223-AB74-E7E7B9B602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H="1">
            <a:off x="824628" y="0"/>
            <a:ext cx="824627" cy="824627"/>
          </a:xfrm>
          <a:prstGeom prst="rect">
            <a:avLst/>
          </a:prstGeom>
        </p:spPr>
      </p:pic>
      <p:pic>
        <p:nvPicPr>
          <p:cNvPr id="11" name="Graphic 42">
            <a:extLst>
              <a:ext uri="{FF2B5EF4-FFF2-40B4-BE49-F238E27FC236}">
                <a16:creationId xmlns:a16="http://schemas.microsoft.com/office/drawing/2014/main" id="{3AE78119-A983-9CC4-536A-C2F8441262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flipV="1">
            <a:off x="1" y="824239"/>
            <a:ext cx="824627" cy="824627"/>
          </a:xfrm>
          <a:prstGeom prst="rect">
            <a:avLst/>
          </a:prstGeom>
        </p:spPr>
      </p:pic>
      <p:pic>
        <p:nvPicPr>
          <p:cNvPr id="12" name="Graphic 43">
            <a:extLst>
              <a:ext uri="{FF2B5EF4-FFF2-40B4-BE49-F238E27FC236}">
                <a16:creationId xmlns:a16="http://schemas.microsoft.com/office/drawing/2014/main" id="{23DDF523-FC16-72EB-65D8-A25BB81E4A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flipH="1">
            <a:off x="1" y="0"/>
            <a:ext cx="824627" cy="824627"/>
          </a:xfrm>
          <a:prstGeom prst="rect">
            <a:avLst/>
          </a:prstGeom>
        </p:spPr>
      </p:pic>
      <p:pic>
        <p:nvPicPr>
          <p:cNvPr id="13" name="Graphic 44">
            <a:extLst>
              <a:ext uri="{FF2B5EF4-FFF2-40B4-BE49-F238E27FC236}">
                <a16:creationId xmlns:a16="http://schemas.microsoft.com/office/drawing/2014/main" id="{643FA5A3-CE4B-17E8-CAF1-0AA6430A0F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flipH="1" flipV="1">
            <a:off x="0" y="1649066"/>
            <a:ext cx="824627" cy="824627"/>
          </a:xfrm>
          <a:prstGeom prst="rect">
            <a:avLst/>
          </a:prstGeom>
        </p:spPr>
      </p:pic>
      <p:pic>
        <p:nvPicPr>
          <p:cNvPr id="14" name="Graphic 45">
            <a:extLst>
              <a:ext uri="{FF2B5EF4-FFF2-40B4-BE49-F238E27FC236}">
                <a16:creationId xmlns:a16="http://schemas.microsoft.com/office/drawing/2014/main" id="{CFAF230C-8F02-01BA-72C2-EEE4E16137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649255" y="0"/>
            <a:ext cx="824627" cy="824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8438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4147451"/>
            <a:ext cx="11460480" cy="786384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5400"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0" y="5071368"/>
            <a:ext cx="11460480" cy="480373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ysClr val="windowText" lastClr="000000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870CDA7-9020-C017-6AAB-C500DC82D92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5760" y="5823597"/>
            <a:ext cx="2398389" cy="239712"/>
          </a:xfrm>
        </p:spPr>
        <p:txBody>
          <a:bodyPr lIns="0" tIns="0" rIns="0" bIns="0" anchor="b">
            <a:no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zh-CN"/>
              <a:t>Presenter Name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ADCA1AF-F227-AC14-6698-90C029111A13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r>
              <a:rPr lang="en-US" altLang="zh-CN"/>
              <a:t>03/12/2025</a:t>
            </a:r>
            <a:fld id="{C764DE79-268F-4C1A-8933-263129D2AF90}" type="datetimeFigureOut">
              <a:rPr lang="en-US" smtClean="0"/>
              <a:pPr/>
              <a:t>1/9/2026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57799A-861E-5AAF-8719-828B00E903D8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D2C34B-95D5-70FB-CC9C-AC52E0E873AD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5FEB1D61-EED3-D8C7-E27E-B3964FC242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0" y="1"/>
            <a:ext cx="12192000" cy="3906175"/>
          </a:xfrm>
          <a:custGeom>
            <a:avLst/>
            <a:gdLst>
              <a:gd name="connsiteX0" fmla="*/ 0 w 12192000"/>
              <a:gd name="connsiteY0" fmla="*/ 0 h 3906175"/>
              <a:gd name="connsiteX1" fmla="*/ 12192000 w 12192000"/>
              <a:gd name="connsiteY1" fmla="*/ 0 h 3906175"/>
              <a:gd name="connsiteX2" fmla="*/ 11361124 w 12192000"/>
              <a:gd name="connsiteY2" fmla="*/ 749797 h 3906175"/>
              <a:gd name="connsiteX3" fmla="*/ 11356832 w 12192000"/>
              <a:gd name="connsiteY3" fmla="*/ 834795 h 3906175"/>
              <a:gd name="connsiteX4" fmla="*/ 11356812 w 12192000"/>
              <a:gd name="connsiteY4" fmla="*/ 834795 h 3906175"/>
              <a:gd name="connsiteX5" fmla="*/ 10521624 w 12192000"/>
              <a:gd name="connsiteY5" fmla="*/ 834795 h 3906175"/>
              <a:gd name="connsiteX6" fmla="*/ 10521624 w 12192000"/>
              <a:gd name="connsiteY6" fmla="*/ 1669983 h 3906175"/>
              <a:gd name="connsiteX7" fmla="*/ 11356812 w 12192000"/>
              <a:gd name="connsiteY7" fmla="*/ 834795 h 3906175"/>
              <a:gd name="connsiteX8" fmla="*/ 11356822 w 12192000"/>
              <a:gd name="connsiteY8" fmla="*/ 834991 h 3906175"/>
              <a:gd name="connsiteX9" fmla="*/ 11356812 w 12192000"/>
              <a:gd name="connsiteY9" fmla="*/ 835188 h 3906175"/>
              <a:gd name="connsiteX10" fmla="*/ 11356832 w 12192000"/>
              <a:gd name="connsiteY10" fmla="*/ 835188 h 3906175"/>
              <a:gd name="connsiteX11" fmla="*/ 11361124 w 12192000"/>
              <a:gd name="connsiteY11" fmla="*/ 920186 h 3906175"/>
              <a:gd name="connsiteX12" fmla="*/ 12192000 w 12192000"/>
              <a:gd name="connsiteY12" fmla="*/ 1669983 h 3906175"/>
              <a:gd name="connsiteX13" fmla="*/ 12192000 w 12192000"/>
              <a:gd name="connsiteY13" fmla="*/ 3906175 h 3906175"/>
              <a:gd name="connsiteX14" fmla="*/ 0 w 12192000"/>
              <a:gd name="connsiteY14" fmla="*/ 3906175 h 3906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3906175">
                <a:moveTo>
                  <a:pt x="0" y="0"/>
                </a:moveTo>
                <a:lnTo>
                  <a:pt x="12192000" y="0"/>
                </a:lnTo>
                <a:cubicBezTo>
                  <a:pt x="11759579" y="0"/>
                  <a:pt x="11403895" y="328657"/>
                  <a:pt x="11361124" y="749797"/>
                </a:cubicBezTo>
                <a:lnTo>
                  <a:pt x="11356832" y="834795"/>
                </a:lnTo>
                <a:lnTo>
                  <a:pt x="11356812" y="834795"/>
                </a:lnTo>
                <a:lnTo>
                  <a:pt x="10521624" y="834795"/>
                </a:lnTo>
                <a:lnTo>
                  <a:pt x="10521624" y="1669983"/>
                </a:lnTo>
                <a:cubicBezTo>
                  <a:pt x="10982873" y="1669983"/>
                  <a:pt x="11356812" y="1296044"/>
                  <a:pt x="11356812" y="834795"/>
                </a:cubicBezTo>
                <a:lnTo>
                  <a:pt x="11356822" y="834991"/>
                </a:lnTo>
                <a:lnTo>
                  <a:pt x="11356812" y="835188"/>
                </a:lnTo>
                <a:lnTo>
                  <a:pt x="11356832" y="835188"/>
                </a:lnTo>
                <a:lnTo>
                  <a:pt x="11361124" y="920186"/>
                </a:lnTo>
                <a:cubicBezTo>
                  <a:pt x="11403895" y="1341326"/>
                  <a:pt x="11759579" y="1669983"/>
                  <a:pt x="12192000" y="1669983"/>
                </a:cubicBezTo>
                <a:lnTo>
                  <a:pt x="12192000" y="3906175"/>
                </a:lnTo>
                <a:lnTo>
                  <a:pt x="0" y="390617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9DEAA1CF-8B48-4382-2514-5DAC1B32669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12191999" cy="3906175"/>
          </a:xfrm>
          <a:noFill/>
        </p:spPr>
        <p:txBody>
          <a:bodyPr/>
          <a:lstStyle/>
          <a:p>
            <a:endParaRPr lang="en-US"/>
          </a:p>
        </p:txBody>
      </p:sp>
      <p:pic>
        <p:nvPicPr>
          <p:cNvPr id="13" name="Graphic 37">
            <a:extLst>
              <a:ext uri="{FF2B5EF4-FFF2-40B4-BE49-F238E27FC236}">
                <a16:creationId xmlns:a16="http://schemas.microsoft.com/office/drawing/2014/main" id="{AE674A48-74F9-C074-B789-7EE3FB2490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10521624" y="834795"/>
            <a:ext cx="835188" cy="835188"/>
          </a:xfrm>
          <a:prstGeom prst="rect">
            <a:avLst/>
          </a:prstGeom>
        </p:spPr>
      </p:pic>
      <p:pic>
        <p:nvPicPr>
          <p:cNvPr id="14" name="Graphic 38">
            <a:extLst>
              <a:ext uri="{FF2B5EF4-FFF2-40B4-BE49-F238E27FC236}">
                <a16:creationId xmlns:a16="http://schemas.microsoft.com/office/drawing/2014/main" id="{D022952C-9F7F-EAB0-C8D1-5E3FB46D94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56812" y="0"/>
            <a:ext cx="835188" cy="835188"/>
          </a:xfrm>
          <a:prstGeom prst="rect">
            <a:avLst/>
          </a:prstGeom>
        </p:spPr>
      </p:pic>
      <p:pic>
        <p:nvPicPr>
          <p:cNvPr id="15" name="Graphic 39">
            <a:extLst>
              <a:ext uri="{FF2B5EF4-FFF2-40B4-BE49-F238E27FC236}">
                <a16:creationId xmlns:a16="http://schemas.microsoft.com/office/drawing/2014/main" id="{07051CAD-9BF7-01DF-F745-973CBAA31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flipV="1">
            <a:off x="11356812" y="834795"/>
            <a:ext cx="835188" cy="835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42751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hoto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77509" y="1008471"/>
            <a:ext cx="4361688" cy="3475236"/>
          </a:xfrm>
        </p:spPr>
        <p:txBody>
          <a:bodyPr anchor="b">
            <a:normAutofit/>
          </a:bodyPr>
          <a:lstStyle>
            <a:lvl1pPr algn="l">
              <a:lnSpc>
                <a:spcPct val="100000"/>
              </a:lnSpc>
              <a:defRPr sz="5400"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14">
            <a:extLst>
              <a:ext uri="{FF2B5EF4-FFF2-40B4-BE49-F238E27FC236}">
                <a16:creationId xmlns:a16="http://schemas.microsoft.com/office/drawing/2014/main" id="{5C49BD81-E67C-3BCC-0EE9-61CF97236D9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-3768"/>
            <a:ext cx="5162842" cy="6861768"/>
          </a:xfrm>
          <a:custGeom>
            <a:avLst/>
            <a:gdLst>
              <a:gd name="connsiteX0" fmla="*/ 835188 w 6584949"/>
              <a:gd name="connsiteY0" fmla="*/ 836777 h 6861768"/>
              <a:gd name="connsiteX1" fmla="*/ 1670376 w 6584949"/>
              <a:gd name="connsiteY1" fmla="*/ 1671965 h 6861768"/>
              <a:gd name="connsiteX2" fmla="*/ 1670376 w 6584949"/>
              <a:gd name="connsiteY2" fmla="*/ 836777 h 6861768"/>
              <a:gd name="connsiteX3" fmla="*/ 0 w 6584949"/>
              <a:gd name="connsiteY3" fmla="*/ 0 h 6861768"/>
              <a:gd name="connsiteX4" fmla="*/ 6584949 w 6584949"/>
              <a:gd name="connsiteY4" fmla="*/ 0 h 6861768"/>
              <a:gd name="connsiteX5" fmla="*/ 6584949 w 6584949"/>
              <a:gd name="connsiteY5" fmla="*/ 6861768 h 6861768"/>
              <a:gd name="connsiteX6" fmla="*/ 0 w 6584949"/>
              <a:gd name="connsiteY6" fmla="*/ 6861768 h 6861768"/>
              <a:gd name="connsiteX7" fmla="*/ 0 w 6584949"/>
              <a:gd name="connsiteY7" fmla="*/ 1673751 h 6861768"/>
              <a:gd name="connsiteX8" fmla="*/ 830876 w 6584949"/>
              <a:gd name="connsiteY8" fmla="*/ 923954 h 6861768"/>
              <a:gd name="connsiteX9" fmla="*/ 835168 w 6584949"/>
              <a:gd name="connsiteY9" fmla="*/ 838956 h 6861768"/>
              <a:gd name="connsiteX10" fmla="*/ 835188 w 6584949"/>
              <a:gd name="connsiteY10" fmla="*/ 838956 h 6861768"/>
              <a:gd name="connsiteX11" fmla="*/ 835178 w 6584949"/>
              <a:gd name="connsiteY11" fmla="*/ 838760 h 6861768"/>
              <a:gd name="connsiteX12" fmla="*/ 835188 w 6584949"/>
              <a:gd name="connsiteY12" fmla="*/ 838563 h 6861768"/>
              <a:gd name="connsiteX13" fmla="*/ 835168 w 6584949"/>
              <a:gd name="connsiteY13" fmla="*/ 838563 h 6861768"/>
              <a:gd name="connsiteX14" fmla="*/ 830876 w 6584949"/>
              <a:gd name="connsiteY14" fmla="*/ 753565 h 6861768"/>
              <a:gd name="connsiteX15" fmla="*/ 0 w 6584949"/>
              <a:gd name="connsiteY15" fmla="*/ 3768 h 6861768"/>
              <a:gd name="connsiteX0" fmla="*/ 835188 w 6584949"/>
              <a:gd name="connsiteY0" fmla="*/ 836777 h 6861768"/>
              <a:gd name="connsiteX1" fmla="*/ 1670376 w 6584949"/>
              <a:gd name="connsiteY1" fmla="*/ 1671965 h 6861768"/>
              <a:gd name="connsiteX2" fmla="*/ 1670376 w 6584949"/>
              <a:gd name="connsiteY2" fmla="*/ 836777 h 6861768"/>
              <a:gd name="connsiteX3" fmla="*/ 835188 w 6584949"/>
              <a:gd name="connsiteY3" fmla="*/ 836777 h 6861768"/>
              <a:gd name="connsiteX4" fmla="*/ 0 w 6584949"/>
              <a:gd name="connsiteY4" fmla="*/ 0 h 6861768"/>
              <a:gd name="connsiteX5" fmla="*/ 5132069 w 6584949"/>
              <a:gd name="connsiteY5" fmla="*/ 10160 h 6861768"/>
              <a:gd name="connsiteX6" fmla="*/ 6584949 w 6584949"/>
              <a:gd name="connsiteY6" fmla="*/ 6861768 h 6861768"/>
              <a:gd name="connsiteX7" fmla="*/ 0 w 6584949"/>
              <a:gd name="connsiteY7" fmla="*/ 6861768 h 6861768"/>
              <a:gd name="connsiteX8" fmla="*/ 0 w 6584949"/>
              <a:gd name="connsiteY8" fmla="*/ 1673751 h 6861768"/>
              <a:gd name="connsiteX9" fmla="*/ 830876 w 6584949"/>
              <a:gd name="connsiteY9" fmla="*/ 923954 h 6861768"/>
              <a:gd name="connsiteX10" fmla="*/ 835168 w 6584949"/>
              <a:gd name="connsiteY10" fmla="*/ 838956 h 6861768"/>
              <a:gd name="connsiteX11" fmla="*/ 835188 w 6584949"/>
              <a:gd name="connsiteY11" fmla="*/ 838956 h 6861768"/>
              <a:gd name="connsiteX12" fmla="*/ 835178 w 6584949"/>
              <a:gd name="connsiteY12" fmla="*/ 838760 h 6861768"/>
              <a:gd name="connsiteX13" fmla="*/ 835188 w 6584949"/>
              <a:gd name="connsiteY13" fmla="*/ 838563 h 6861768"/>
              <a:gd name="connsiteX14" fmla="*/ 835168 w 6584949"/>
              <a:gd name="connsiteY14" fmla="*/ 838563 h 6861768"/>
              <a:gd name="connsiteX15" fmla="*/ 830876 w 6584949"/>
              <a:gd name="connsiteY15" fmla="*/ 753565 h 6861768"/>
              <a:gd name="connsiteX16" fmla="*/ 0 w 6584949"/>
              <a:gd name="connsiteY16" fmla="*/ 3768 h 6861768"/>
              <a:gd name="connsiteX17" fmla="*/ 0 w 6584949"/>
              <a:gd name="connsiteY17" fmla="*/ 0 h 6861768"/>
              <a:gd name="connsiteX0" fmla="*/ 835188 w 5142229"/>
              <a:gd name="connsiteY0" fmla="*/ 836777 h 6861768"/>
              <a:gd name="connsiteX1" fmla="*/ 1670376 w 5142229"/>
              <a:gd name="connsiteY1" fmla="*/ 1671965 h 6861768"/>
              <a:gd name="connsiteX2" fmla="*/ 1670376 w 5142229"/>
              <a:gd name="connsiteY2" fmla="*/ 836777 h 6861768"/>
              <a:gd name="connsiteX3" fmla="*/ 835188 w 5142229"/>
              <a:gd name="connsiteY3" fmla="*/ 836777 h 6861768"/>
              <a:gd name="connsiteX4" fmla="*/ 0 w 5142229"/>
              <a:gd name="connsiteY4" fmla="*/ 0 h 6861768"/>
              <a:gd name="connsiteX5" fmla="*/ 5132069 w 5142229"/>
              <a:gd name="connsiteY5" fmla="*/ 10160 h 6861768"/>
              <a:gd name="connsiteX6" fmla="*/ 5142229 w 5142229"/>
              <a:gd name="connsiteY6" fmla="*/ 6861768 h 6861768"/>
              <a:gd name="connsiteX7" fmla="*/ 0 w 5142229"/>
              <a:gd name="connsiteY7" fmla="*/ 6861768 h 6861768"/>
              <a:gd name="connsiteX8" fmla="*/ 0 w 5142229"/>
              <a:gd name="connsiteY8" fmla="*/ 1673751 h 6861768"/>
              <a:gd name="connsiteX9" fmla="*/ 830876 w 5142229"/>
              <a:gd name="connsiteY9" fmla="*/ 923954 h 6861768"/>
              <a:gd name="connsiteX10" fmla="*/ 835168 w 5142229"/>
              <a:gd name="connsiteY10" fmla="*/ 838956 h 6861768"/>
              <a:gd name="connsiteX11" fmla="*/ 835188 w 5142229"/>
              <a:gd name="connsiteY11" fmla="*/ 838956 h 6861768"/>
              <a:gd name="connsiteX12" fmla="*/ 835178 w 5142229"/>
              <a:gd name="connsiteY12" fmla="*/ 838760 h 6861768"/>
              <a:gd name="connsiteX13" fmla="*/ 835188 w 5142229"/>
              <a:gd name="connsiteY13" fmla="*/ 838563 h 6861768"/>
              <a:gd name="connsiteX14" fmla="*/ 835168 w 5142229"/>
              <a:gd name="connsiteY14" fmla="*/ 838563 h 6861768"/>
              <a:gd name="connsiteX15" fmla="*/ 830876 w 5142229"/>
              <a:gd name="connsiteY15" fmla="*/ 753565 h 6861768"/>
              <a:gd name="connsiteX16" fmla="*/ 0 w 5142229"/>
              <a:gd name="connsiteY16" fmla="*/ 3768 h 6861768"/>
              <a:gd name="connsiteX17" fmla="*/ 0 w 5142229"/>
              <a:gd name="connsiteY17" fmla="*/ 0 h 6861768"/>
              <a:gd name="connsiteX0" fmla="*/ 835188 w 5162842"/>
              <a:gd name="connsiteY0" fmla="*/ 836777 h 6861768"/>
              <a:gd name="connsiteX1" fmla="*/ 1670376 w 5162842"/>
              <a:gd name="connsiteY1" fmla="*/ 1671965 h 6861768"/>
              <a:gd name="connsiteX2" fmla="*/ 1670376 w 5162842"/>
              <a:gd name="connsiteY2" fmla="*/ 836777 h 6861768"/>
              <a:gd name="connsiteX3" fmla="*/ 835188 w 5162842"/>
              <a:gd name="connsiteY3" fmla="*/ 836777 h 6861768"/>
              <a:gd name="connsiteX4" fmla="*/ 0 w 5162842"/>
              <a:gd name="connsiteY4" fmla="*/ 0 h 6861768"/>
              <a:gd name="connsiteX5" fmla="*/ 5162549 w 5162842"/>
              <a:gd name="connsiteY5" fmla="*/ 10160 h 6861768"/>
              <a:gd name="connsiteX6" fmla="*/ 5142229 w 5162842"/>
              <a:gd name="connsiteY6" fmla="*/ 6861768 h 6861768"/>
              <a:gd name="connsiteX7" fmla="*/ 0 w 5162842"/>
              <a:gd name="connsiteY7" fmla="*/ 6861768 h 6861768"/>
              <a:gd name="connsiteX8" fmla="*/ 0 w 5162842"/>
              <a:gd name="connsiteY8" fmla="*/ 1673751 h 6861768"/>
              <a:gd name="connsiteX9" fmla="*/ 830876 w 5162842"/>
              <a:gd name="connsiteY9" fmla="*/ 923954 h 6861768"/>
              <a:gd name="connsiteX10" fmla="*/ 835168 w 5162842"/>
              <a:gd name="connsiteY10" fmla="*/ 838956 h 6861768"/>
              <a:gd name="connsiteX11" fmla="*/ 835188 w 5162842"/>
              <a:gd name="connsiteY11" fmla="*/ 838956 h 6861768"/>
              <a:gd name="connsiteX12" fmla="*/ 835178 w 5162842"/>
              <a:gd name="connsiteY12" fmla="*/ 838760 h 6861768"/>
              <a:gd name="connsiteX13" fmla="*/ 835188 w 5162842"/>
              <a:gd name="connsiteY13" fmla="*/ 838563 h 6861768"/>
              <a:gd name="connsiteX14" fmla="*/ 835168 w 5162842"/>
              <a:gd name="connsiteY14" fmla="*/ 838563 h 6861768"/>
              <a:gd name="connsiteX15" fmla="*/ 830876 w 5162842"/>
              <a:gd name="connsiteY15" fmla="*/ 753565 h 6861768"/>
              <a:gd name="connsiteX16" fmla="*/ 0 w 5162842"/>
              <a:gd name="connsiteY16" fmla="*/ 3768 h 6861768"/>
              <a:gd name="connsiteX17" fmla="*/ 0 w 5162842"/>
              <a:gd name="connsiteY17" fmla="*/ 0 h 6861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5162842" h="6861768">
                <a:moveTo>
                  <a:pt x="835188" y="836777"/>
                </a:moveTo>
                <a:cubicBezTo>
                  <a:pt x="835188" y="1298026"/>
                  <a:pt x="1209127" y="1671965"/>
                  <a:pt x="1670376" y="1671965"/>
                </a:cubicBezTo>
                <a:lnTo>
                  <a:pt x="1670376" y="836777"/>
                </a:lnTo>
                <a:lnTo>
                  <a:pt x="835188" y="836777"/>
                </a:lnTo>
                <a:close/>
                <a:moveTo>
                  <a:pt x="0" y="0"/>
                </a:moveTo>
                <a:lnTo>
                  <a:pt x="5162549" y="10160"/>
                </a:lnTo>
                <a:cubicBezTo>
                  <a:pt x="5165936" y="2294029"/>
                  <a:pt x="5138842" y="4577899"/>
                  <a:pt x="5142229" y="6861768"/>
                </a:cubicBezTo>
                <a:lnTo>
                  <a:pt x="0" y="6861768"/>
                </a:lnTo>
                <a:lnTo>
                  <a:pt x="0" y="1673751"/>
                </a:lnTo>
                <a:cubicBezTo>
                  <a:pt x="432421" y="1673751"/>
                  <a:pt x="788105" y="1345094"/>
                  <a:pt x="830876" y="923954"/>
                </a:cubicBezTo>
                <a:lnTo>
                  <a:pt x="835168" y="838956"/>
                </a:lnTo>
                <a:lnTo>
                  <a:pt x="835188" y="838956"/>
                </a:lnTo>
                <a:cubicBezTo>
                  <a:pt x="835185" y="838891"/>
                  <a:pt x="835181" y="838825"/>
                  <a:pt x="835178" y="838760"/>
                </a:cubicBezTo>
                <a:cubicBezTo>
                  <a:pt x="835181" y="838694"/>
                  <a:pt x="835185" y="838629"/>
                  <a:pt x="835188" y="838563"/>
                </a:cubicBezTo>
                <a:lnTo>
                  <a:pt x="835168" y="838563"/>
                </a:lnTo>
                <a:lnTo>
                  <a:pt x="830876" y="753565"/>
                </a:lnTo>
                <a:cubicBezTo>
                  <a:pt x="788105" y="332425"/>
                  <a:pt x="432421" y="3768"/>
                  <a:pt x="0" y="3768"/>
                </a:cubicBez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77509" y="4653511"/>
            <a:ext cx="4361687" cy="1184585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ysClr val="windowText" lastClr="000000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F14091C9-768E-19E7-944D-41685E361D8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377509" y="6011379"/>
            <a:ext cx="2398389" cy="239712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1600">
                <a:solidFill>
                  <a:sysClr val="windowText" lastClr="000000"/>
                </a:solidFill>
                <a:latin typeface="+mn-lt"/>
              </a:defRPr>
            </a:lvl1pPr>
          </a:lstStyle>
          <a:p>
            <a:pPr lvl="0"/>
            <a:r>
              <a:rPr lang="en-US" altLang="zh-CN"/>
              <a:t>Presenter Name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EB8BA9-570C-897E-1810-26AB1ACECBB0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8995996" y="280497"/>
            <a:ext cx="2743200" cy="365125"/>
          </a:xfrm>
        </p:spPr>
        <p:txBody>
          <a:bodyPr/>
          <a:lstStyle>
            <a:lvl1pPr algn="r">
              <a:defRPr>
                <a:solidFill>
                  <a:sysClr val="windowText" lastClr="000000"/>
                </a:solidFill>
              </a:defRPr>
            </a:lvl1pPr>
          </a:lstStyle>
          <a:p>
            <a:r>
              <a:rPr lang="en-US" altLang="zh-CN"/>
              <a:t>03/12/2025</a:t>
            </a:r>
            <a:fld id="{C764DE79-268F-4C1A-8933-263129D2AF90}" type="datetimeFigureOut">
              <a:rPr lang="en-US" smtClean="0"/>
              <a:pPr/>
              <a:t>1/9/2026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C4EB38-3871-80F3-938E-305EE4B8B6DF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5410198" y="6356350"/>
            <a:ext cx="2743201" cy="365125"/>
          </a:xfrm>
        </p:spPr>
        <p:txBody>
          <a:bodyPr/>
          <a:lstStyle>
            <a:lvl1pPr algn="l">
              <a:defRPr>
                <a:solidFill>
                  <a:sysClr val="windowText" lastClr="000000"/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6EB9EB-3ED3-5818-A7D2-9D92BD0BFB6C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8995996" y="6356350"/>
            <a:ext cx="2743200" cy="365125"/>
          </a:xfrm>
        </p:spPr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4" name="Graphic 37">
            <a:extLst>
              <a:ext uri="{FF2B5EF4-FFF2-40B4-BE49-F238E27FC236}">
                <a16:creationId xmlns:a16="http://schemas.microsoft.com/office/drawing/2014/main" id="{D4EA81BB-3A88-7BFB-349B-F8D4E82E01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835188" y="829240"/>
            <a:ext cx="835188" cy="835188"/>
          </a:xfrm>
          <a:prstGeom prst="rect">
            <a:avLst/>
          </a:prstGeom>
        </p:spPr>
      </p:pic>
      <p:pic>
        <p:nvPicPr>
          <p:cNvPr id="15" name="Graphic 38">
            <a:extLst>
              <a:ext uri="{FF2B5EF4-FFF2-40B4-BE49-F238E27FC236}">
                <a16:creationId xmlns:a16="http://schemas.microsoft.com/office/drawing/2014/main" id="{B9CB9755-D913-0484-B5C2-793243637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0" y="-3769"/>
            <a:ext cx="835188" cy="835188"/>
          </a:xfrm>
          <a:prstGeom prst="rect">
            <a:avLst/>
          </a:prstGeom>
        </p:spPr>
      </p:pic>
      <p:pic>
        <p:nvPicPr>
          <p:cNvPr id="16" name="Graphic 39">
            <a:extLst>
              <a:ext uri="{FF2B5EF4-FFF2-40B4-BE49-F238E27FC236}">
                <a16:creationId xmlns:a16="http://schemas.microsoft.com/office/drawing/2014/main" id="{F0EBB443-FB7F-9F02-624D-450FAAE14F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 flipV="1">
            <a:off x="0" y="831026"/>
            <a:ext cx="835188" cy="835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06834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hoto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804793"/>
            <a:ext cx="6268720" cy="3739896"/>
          </a:xfrm>
        </p:spPr>
        <p:txBody>
          <a:bodyPr anchor="ctr" anchorCtr="0">
            <a:normAutofit/>
          </a:bodyPr>
          <a:lstStyle>
            <a:lvl1pPr algn="l">
              <a:lnSpc>
                <a:spcPct val="100000"/>
              </a:lnSpc>
              <a:defRPr sz="5400"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0" y="4718622"/>
            <a:ext cx="6268720" cy="796961"/>
          </a:xfrm>
        </p:spPr>
        <p:txBody>
          <a:bodyPr anchor="t" anchorCtr="0">
            <a:no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ysClr val="windowText" lastClr="000000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21BEC0C8-9AC9-272F-8469-FE8BC768122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 flipH="1">
            <a:off x="7029158" y="-3768"/>
            <a:ext cx="5162842" cy="6861768"/>
          </a:xfrm>
          <a:custGeom>
            <a:avLst/>
            <a:gdLst>
              <a:gd name="connsiteX0" fmla="*/ 835188 w 6584949"/>
              <a:gd name="connsiteY0" fmla="*/ 836777 h 6861768"/>
              <a:gd name="connsiteX1" fmla="*/ 1670376 w 6584949"/>
              <a:gd name="connsiteY1" fmla="*/ 1671965 h 6861768"/>
              <a:gd name="connsiteX2" fmla="*/ 1670376 w 6584949"/>
              <a:gd name="connsiteY2" fmla="*/ 836777 h 6861768"/>
              <a:gd name="connsiteX3" fmla="*/ 0 w 6584949"/>
              <a:gd name="connsiteY3" fmla="*/ 0 h 6861768"/>
              <a:gd name="connsiteX4" fmla="*/ 6584949 w 6584949"/>
              <a:gd name="connsiteY4" fmla="*/ 0 h 6861768"/>
              <a:gd name="connsiteX5" fmla="*/ 6584949 w 6584949"/>
              <a:gd name="connsiteY5" fmla="*/ 6861768 h 6861768"/>
              <a:gd name="connsiteX6" fmla="*/ 0 w 6584949"/>
              <a:gd name="connsiteY6" fmla="*/ 6861768 h 6861768"/>
              <a:gd name="connsiteX7" fmla="*/ 0 w 6584949"/>
              <a:gd name="connsiteY7" fmla="*/ 1673751 h 6861768"/>
              <a:gd name="connsiteX8" fmla="*/ 830876 w 6584949"/>
              <a:gd name="connsiteY8" fmla="*/ 923954 h 6861768"/>
              <a:gd name="connsiteX9" fmla="*/ 835168 w 6584949"/>
              <a:gd name="connsiteY9" fmla="*/ 838956 h 6861768"/>
              <a:gd name="connsiteX10" fmla="*/ 835188 w 6584949"/>
              <a:gd name="connsiteY10" fmla="*/ 838956 h 6861768"/>
              <a:gd name="connsiteX11" fmla="*/ 835178 w 6584949"/>
              <a:gd name="connsiteY11" fmla="*/ 838760 h 6861768"/>
              <a:gd name="connsiteX12" fmla="*/ 835188 w 6584949"/>
              <a:gd name="connsiteY12" fmla="*/ 838563 h 6861768"/>
              <a:gd name="connsiteX13" fmla="*/ 835168 w 6584949"/>
              <a:gd name="connsiteY13" fmla="*/ 838563 h 6861768"/>
              <a:gd name="connsiteX14" fmla="*/ 830876 w 6584949"/>
              <a:gd name="connsiteY14" fmla="*/ 753565 h 6861768"/>
              <a:gd name="connsiteX15" fmla="*/ 0 w 6584949"/>
              <a:gd name="connsiteY15" fmla="*/ 3768 h 6861768"/>
              <a:gd name="connsiteX0" fmla="*/ 835188 w 6584949"/>
              <a:gd name="connsiteY0" fmla="*/ 836777 h 6861768"/>
              <a:gd name="connsiteX1" fmla="*/ 1670376 w 6584949"/>
              <a:gd name="connsiteY1" fmla="*/ 1671965 h 6861768"/>
              <a:gd name="connsiteX2" fmla="*/ 1670376 w 6584949"/>
              <a:gd name="connsiteY2" fmla="*/ 836777 h 6861768"/>
              <a:gd name="connsiteX3" fmla="*/ 835188 w 6584949"/>
              <a:gd name="connsiteY3" fmla="*/ 836777 h 6861768"/>
              <a:gd name="connsiteX4" fmla="*/ 0 w 6584949"/>
              <a:gd name="connsiteY4" fmla="*/ 0 h 6861768"/>
              <a:gd name="connsiteX5" fmla="*/ 5132069 w 6584949"/>
              <a:gd name="connsiteY5" fmla="*/ 10160 h 6861768"/>
              <a:gd name="connsiteX6" fmla="*/ 6584949 w 6584949"/>
              <a:gd name="connsiteY6" fmla="*/ 6861768 h 6861768"/>
              <a:gd name="connsiteX7" fmla="*/ 0 w 6584949"/>
              <a:gd name="connsiteY7" fmla="*/ 6861768 h 6861768"/>
              <a:gd name="connsiteX8" fmla="*/ 0 w 6584949"/>
              <a:gd name="connsiteY8" fmla="*/ 1673751 h 6861768"/>
              <a:gd name="connsiteX9" fmla="*/ 830876 w 6584949"/>
              <a:gd name="connsiteY9" fmla="*/ 923954 h 6861768"/>
              <a:gd name="connsiteX10" fmla="*/ 835168 w 6584949"/>
              <a:gd name="connsiteY10" fmla="*/ 838956 h 6861768"/>
              <a:gd name="connsiteX11" fmla="*/ 835188 w 6584949"/>
              <a:gd name="connsiteY11" fmla="*/ 838956 h 6861768"/>
              <a:gd name="connsiteX12" fmla="*/ 835178 w 6584949"/>
              <a:gd name="connsiteY12" fmla="*/ 838760 h 6861768"/>
              <a:gd name="connsiteX13" fmla="*/ 835188 w 6584949"/>
              <a:gd name="connsiteY13" fmla="*/ 838563 h 6861768"/>
              <a:gd name="connsiteX14" fmla="*/ 835168 w 6584949"/>
              <a:gd name="connsiteY14" fmla="*/ 838563 h 6861768"/>
              <a:gd name="connsiteX15" fmla="*/ 830876 w 6584949"/>
              <a:gd name="connsiteY15" fmla="*/ 753565 h 6861768"/>
              <a:gd name="connsiteX16" fmla="*/ 0 w 6584949"/>
              <a:gd name="connsiteY16" fmla="*/ 3768 h 6861768"/>
              <a:gd name="connsiteX17" fmla="*/ 0 w 6584949"/>
              <a:gd name="connsiteY17" fmla="*/ 0 h 6861768"/>
              <a:gd name="connsiteX0" fmla="*/ 835188 w 5142229"/>
              <a:gd name="connsiteY0" fmla="*/ 836777 h 6861768"/>
              <a:gd name="connsiteX1" fmla="*/ 1670376 w 5142229"/>
              <a:gd name="connsiteY1" fmla="*/ 1671965 h 6861768"/>
              <a:gd name="connsiteX2" fmla="*/ 1670376 w 5142229"/>
              <a:gd name="connsiteY2" fmla="*/ 836777 h 6861768"/>
              <a:gd name="connsiteX3" fmla="*/ 835188 w 5142229"/>
              <a:gd name="connsiteY3" fmla="*/ 836777 h 6861768"/>
              <a:gd name="connsiteX4" fmla="*/ 0 w 5142229"/>
              <a:gd name="connsiteY4" fmla="*/ 0 h 6861768"/>
              <a:gd name="connsiteX5" fmla="*/ 5132069 w 5142229"/>
              <a:gd name="connsiteY5" fmla="*/ 10160 h 6861768"/>
              <a:gd name="connsiteX6" fmla="*/ 5142229 w 5142229"/>
              <a:gd name="connsiteY6" fmla="*/ 6861768 h 6861768"/>
              <a:gd name="connsiteX7" fmla="*/ 0 w 5142229"/>
              <a:gd name="connsiteY7" fmla="*/ 6861768 h 6861768"/>
              <a:gd name="connsiteX8" fmla="*/ 0 w 5142229"/>
              <a:gd name="connsiteY8" fmla="*/ 1673751 h 6861768"/>
              <a:gd name="connsiteX9" fmla="*/ 830876 w 5142229"/>
              <a:gd name="connsiteY9" fmla="*/ 923954 h 6861768"/>
              <a:gd name="connsiteX10" fmla="*/ 835168 w 5142229"/>
              <a:gd name="connsiteY10" fmla="*/ 838956 h 6861768"/>
              <a:gd name="connsiteX11" fmla="*/ 835188 w 5142229"/>
              <a:gd name="connsiteY11" fmla="*/ 838956 h 6861768"/>
              <a:gd name="connsiteX12" fmla="*/ 835178 w 5142229"/>
              <a:gd name="connsiteY12" fmla="*/ 838760 h 6861768"/>
              <a:gd name="connsiteX13" fmla="*/ 835188 w 5142229"/>
              <a:gd name="connsiteY13" fmla="*/ 838563 h 6861768"/>
              <a:gd name="connsiteX14" fmla="*/ 835168 w 5142229"/>
              <a:gd name="connsiteY14" fmla="*/ 838563 h 6861768"/>
              <a:gd name="connsiteX15" fmla="*/ 830876 w 5142229"/>
              <a:gd name="connsiteY15" fmla="*/ 753565 h 6861768"/>
              <a:gd name="connsiteX16" fmla="*/ 0 w 5142229"/>
              <a:gd name="connsiteY16" fmla="*/ 3768 h 6861768"/>
              <a:gd name="connsiteX17" fmla="*/ 0 w 5142229"/>
              <a:gd name="connsiteY17" fmla="*/ 0 h 6861768"/>
              <a:gd name="connsiteX0" fmla="*/ 835188 w 5162842"/>
              <a:gd name="connsiteY0" fmla="*/ 836777 h 6861768"/>
              <a:gd name="connsiteX1" fmla="*/ 1670376 w 5162842"/>
              <a:gd name="connsiteY1" fmla="*/ 1671965 h 6861768"/>
              <a:gd name="connsiteX2" fmla="*/ 1670376 w 5162842"/>
              <a:gd name="connsiteY2" fmla="*/ 836777 h 6861768"/>
              <a:gd name="connsiteX3" fmla="*/ 835188 w 5162842"/>
              <a:gd name="connsiteY3" fmla="*/ 836777 h 6861768"/>
              <a:gd name="connsiteX4" fmla="*/ 0 w 5162842"/>
              <a:gd name="connsiteY4" fmla="*/ 0 h 6861768"/>
              <a:gd name="connsiteX5" fmla="*/ 5162549 w 5162842"/>
              <a:gd name="connsiteY5" fmla="*/ 10160 h 6861768"/>
              <a:gd name="connsiteX6" fmla="*/ 5142229 w 5162842"/>
              <a:gd name="connsiteY6" fmla="*/ 6861768 h 6861768"/>
              <a:gd name="connsiteX7" fmla="*/ 0 w 5162842"/>
              <a:gd name="connsiteY7" fmla="*/ 6861768 h 6861768"/>
              <a:gd name="connsiteX8" fmla="*/ 0 w 5162842"/>
              <a:gd name="connsiteY8" fmla="*/ 1673751 h 6861768"/>
              <a:gd name="connsiteX9" fmla="*/ 830876 w 5162842"/>
              <a:gd name="connsiteY9" fmla="*/ 923954 h 6861768"/>
              <a:gd name="connsiteX10" fmla="*/ 835168 w 5162842"/>
              <a:gd name="connsiteY10" fmla="*/ 838956 h 6861768"/>
              <a:gd name="connsiteX11" fmla="*/ 835188 w 5162842"/>
              <a:gd name="connsiteY11" fmla="*/ 838956 h 6861768"/>
              <a:gd name="connsiteX12" fmla="*/ 835178 w 5162842"/>
              <a:gd name="connsiteY12" fmla="*/ 838760 h 6861768"/>
              <a:gd name="connsiteX13" fmla="*/ 835188 w 5162842"/>
              <a:gd name="connsiteY13" fmla="*/ 838563 h 6861768"/>
              <a:gd name="connsiteX14" fmla="*/ 835168 w 5162842"/>
              <a:gd name="connsiteY14" fmla="*/ 838563 h 6861768"/>
              <a:gd name="connsiteX15" fmla="*/ 830876 w 5162842"/>
              <a:gd name="connsiteY15" fmla="*/ 753565 h 6861768"/>
              <a:gd name="connsiteX16" fmla="*/ 0 w 5162842"/>
              <a:gd name="connsiteY16" fmla="*/ 3768 h 6861768"/>
              <a:gd name="connsiteX17" fmla="*/ 0 w 5162842"/>
              <a:gd name="connsiteY17" fmla="*/ 0 h 6861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5162842" h="6861768">
                <a:moveTo>
                  <a:pt x="835188" y="836777"/>
                </a:moveTo>
                <a:cubicBezTo>
                  <a:pt x="835188" y="1298026"/>
                  <a:pt x="1209127" y="1671965"/>
                  <a:pt x="1670376" y="1671965"/>
                </a:cubicBezTo>
                <a:lnTo>
                  <a:pt x="1670376" y="836777"/>
                </a:lnTo>
                <a:lnTo>
                  <a:pt x="835188" y="836777"/>
                </a:lnTo>
                <a:close/>
                <a:moveTo>
                  <a:pt x="0" y="0"/>
                </a:moveTo>
                <a:lnTo>
                  <a:pt x="5162549" y="10160"/>
                </a:lnTo>
                <a:cubicBezTo>
                  <a:pt x="5165936" y="2294029"/>
                  <a:pt x="5138842" y="4577899"/>
                  <a:pt x="5142229" y="6861768"/>
                </a:cubicBezTo>
                <a:lnTo>
                  <a:pt x="0" y="6861768"/>
                </a:lnTo>
                <a:lnTo>
                  <a:pt x="0" y="1673751"/>
                </a:lnTo>
                <a:cubicBezTo>
                  <a:pt x="432421" y="1673751"/>
                  <a:pt x="788105" y="1345094"/>
                  <a:pt x="830876" y="923954"/>
                </a:cubicBezTo>
                <a:lnTo>
                  <a:pt x="835168" y="838956"/>
                </a:lnTo>
                <a:lnTo>
                  <a:pt x="835188" y="838956"/>
                </a:lnTo>
                <a:cubicBezTo>
                  <a:pt x="835185" y="838891"/>
                  <a:pt x="835181" y="838825"/>
                  <a:pt x="835178" y="838760"/>
                </a:cubicBezTo>
                <a:cubicBezTo>
                  <a:pt x="835181" y="838694"/>
                  <a:pt x="835185" y="838629"/>
                  <a:pt x="835188" y="838563"/>
                </a:cubicBezTo>
                <a:lnTo>
                  <a:pt x="835168" y="838563"/>
                </a:lnTo>
                <a:lnTo>
                  <a:pt x="830876" y="753565"/>
                </a:lnTo>
                <a:cubicBezTo>
                  <a:pt x="788105" y="332425"/>
                  <a:pt x="432421" y="3768"/>
                  <a:pt x="0" y="3768"/>
                </a:cubicBez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D11AE243-16A4-742F-2B8A-B41353880D2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5760" y="5742330"/>
            <a:ext cx="3860800" cy="239712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zh-CN"/>
              <a:t>Presenter Name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AF8741CB-A4D7-0F6B-32C0-E3C164A3F518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365760" y="6356349"/>
            <a:ext cx="2743200" cy="365125"/>
          </a:xfrm>
        </p:spPr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r>
              <a:rPr lang="en-US" altLang="zh-CN"/>
              <a:t>03/12/2025</a:t>
            </a:r>
            <a:fld id="{C764DE79-268F-4C1A-8933-263129D2AF90}" type="datetimeFigureOut">
              <a:rPr lang="en-US" smtClean="0"/>
              <a:pPr/>
              <a:t>1/9/2026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17F1F11-1507-9E11-0D30-D0D892B9AAFD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4038600" y="6356350"/>
            <a:ext cx="2345398" cy="365125"/>
          </a:xfrm>
        </p:spPr>
        <p:txBody>
          <a:bodyPr/>
          <a:lstStyle>
            <a:lvl1pPr algn="l">
              <a:defRPr>
                <a:solidFill>
                  <a:sysClr val="windowText" lastClr="000000"/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B722B0DF-1340-431F-24A8-28E43A62DD6F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365760" y="265735"/>
            <a:ext cx="2743200" cy="365125"/>
          </a:xfrm>
        </p:spPr>
        <p:txBody>
          <a:bodyPr/>
          <a:lstStyle>
            <a:lvl1pPr algn="l">
              <a:defRPr>
                <a:solidFill>
                  <a:sysClr val="windowText" lastClr="000000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6" name="Graphic 37">
            <a:extLst>
              <a:ext uri="{FF2B5EF4-FFF2-40B4-BE49-F238E27FC236}">
                <a16:creationId xmlns:a16="http://schemas.microsoft.com/office/drawing/2014/main" id="{0F4328DE-48D6-2460-5F69-438AD2C74E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10521624" y="829240"/>
            <a:ext cx="835188" cy="835188"/>
          </a:xfrm>
          <a:prstGeom prst="rect">
            <a:avLst/>
          </a:prstGeom>
        </p:spPr>
      </p:pic>
      <p:pic>
        <p:nvPicPr>
          <p:cNvPr id="17" name="Graphic 38">
            <a:extLst>
              <a:ext uri="{FF2B5EF4-FFF2-40B4-BE49-F238E27FC236}">
                <a16:creationId xmlns:a16="http://schemas.microsoft.com/office/drawing/2014/main" id="{4FFCE8CF-3D6D-5825-1C07-F2D91C614C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356812" y="-3769"/>
            <a:ext cx="835188" cy="835188"/>
          </a:xfrm>
          <a:prstGeom prst="rect">
            <a:avLst/>
          </a:prstGeom>
        </p:spPr>
      </p:pic>
      <p:pic>
        <p:nvPicPr>
          <p:cNvPr id="18" name="Graphic 39">
            <a:extLst>
              <a:ext uri="{FF2B5EF4-FFF2-40B4-BE49-F238E27FC236}">
                <a16:creationId xmlns:a16="http://schemas.microsoft.com/office/drawing/2014/main" id="{FA7101E6-3F37-F08E-6931-F8CB5B7244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V="1">
            <a:off x="11356812" y="831026"/>
            <a:ext cx="835188" cy="835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76239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23384930-5F86-4501-B911-E6FA1E7CB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r>
              <a:rPr lang="en-US" altLang="zh-CN"/>
              <a:t>03/12/2025</a:t>
            </a:r>
            <a:fld id="{C764DE79-268F-4C1A-8933-263129D2AF90}" type="datetimeFigureOut">
              <a:rPr lang="en-US" smtClean="0"/>
              <a:pPr/>
              <a:t>1/9/2026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7EE20A3B-7E79-0411-4FBD-3614BA5C70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4622368-C5D1-326A-C31D-24C5B027A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657A115C-37F8-4693-34B5-CB0F8929E4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46087" y="-585"/>
            <a:ext cx="1245913" cy="1245913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1961BE85-1AC0-FDCF-0052-F02D8B974C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00174" y="-585"/>
            <a:ext cx="1245913" cy="1245913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05170FD6-3B7E-7616-0565-3FD463FDD0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V="1">
            <a:off x="10946087" y="1244742"/>
            <a:ext cx="1245913" cy="1245913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EE96ED4C-67D8-A863-BF40-48AF811046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10944739" y="2492159"/>
            <a:ext cx="1245913" cy="1245913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857807FE-CF8A-E54E-DBA4-3DD2139D97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V="1">
            <a:off x="8454261" y="1244742"/>
            <a:ext cx="1245913" cy="1245913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EF775358-1D95-70D3-A3C2-BDC2F3EF5F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1143000"/>
            <a:ext cx="7315200" cy="4572000"/>
          </a:xfrm>
        </p:spPr>
        <p:txBody>
          <a:bodyPr anchor="ctr">
            <a:normAutofit/>
          </a:bodyPr>
          <a:lstStyle>
            <a:lvl1pPr algn="l">
              <a:lnSpc>
                <a:spcPct val="100000"/>
              </a:lnSpc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958533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A480D3-89DA-FE68-582D-D2BD122F0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r>
              <a:rPr lang="en-US" altLang="zh-CN"/>
              <a:t>03/12/2025</a:t>
            </a:r>
            <a:fld id="{C764DE79-268F-4C1A-8933-263129D2AF90}" type="datetimeFigureOut">
              <a:rPr lang="en-US" smtClean="0"/>
              <a:pPr/>
              <a:t>1/9/2026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8C7C29B-FD45-1014-F4C8-9EA29D7825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EDA09B5D-99AE-7CCF-9228-110FB2D31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C49F8338-EF7D-C337-9C27-C52CC6AED3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2296" y="-585"/>
            <a:ext cx="1245913" cy="1245913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E36D82C4-7323-24F2-BFC3-E1965DE110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258209" y="-585"/>
            <a:ext cx="1245913" cy="1245913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65210812-9B8E-0F36-EED5-5D4BBD6778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 flipV="1">
            <a:off x="12296" y="1244742"/>
            <a:ext cx="1245913" cy="1245913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B3079D0D-4483-E902-8380-BBD04671A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3644" y="2492159"/>
            <a:ext cx="1245913" cy="1245913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BACD58AF-60D5-B4D0-736E-54BA50AE4D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 flipV="1">
            <a:off x="2504122" y="1244742"/>
            <a:ext cx="1245913" cy="124591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3CE7F2F-28FF-C1F7-839C-21B17B54E5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38600" y="1143000"/>
            <a:ext cx="7315200" cy="4572000"/>
          </a:xfrm>
        </p:spPr>
        <p:txBody>
          <a:bodyPr anchor="ctr">
            <a:normAutofit/>
          </a:bodyPr>
          <a:lstStyle>
            <a:lvl1pPr algn="r">
              <a:lnSpc>
                <a:spcPct val="100000"/>
              </a:lnSpc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5732851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phic 14">
            <a:extLst>
              <a:ext uri="{FF2B5EF4-FFF2-40B4-BE49-F238E27FC236}">
                <a16:creationId xmlns:a16="http://schemas.microsoft.com/office/drawing/2014/main" id="{2F37234F-ECFC-A04F-9028-D95CDD5826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46087" y="-585"/>
            <a:ext cx="1245913" cy="1245913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0D26A40F-1171-DC80-109E-3DA95A0E31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00174" y="-585"/>
            <a:ext cx="1245913" cy="1245913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2ABD9CBC-EA42-1846-F3FB-958482AA7D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V="1">
            <a:off x="10946087" y="1244742"/>
            <a:ext cx="1245913" cy="1245913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49DD95E4-1CB8-6741-90E0-8172EC1042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10944739" y="2492159"/>
            <a:ext cx="1245913" cy="1245913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438DC965-B75A-C249-A3E5-DE42253C40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0" y="3146544"/>
            <a:ext cx="1245913" cy="1245913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5E3F6703-4F30-AFE8-5270-5E15E0900A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V="1">
            <a:off x="8454261" y="1244742"/>
            <a:ext cx="1245913" cy="1245913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689163B1-1629-F877-CF7C-C583D66A83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0" y="4391871"/>
            <a:ext cx="1245913" cy="1245913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9BBD5ECC-EBCF-77D9-8F6A-015C6C534A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245913" y="4391871"/>
            <a:ext cx="1245913" cy="1245913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62766A8E-2201-C896-50B9-7DDC0DE149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63091" y="1143000"/>
            <a:ext cx="7065818" cy="4572000"/>
          </a:xfr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0C2D4B-87BE-4E4B-18A8-B4720F8CE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r>
              <a:rPr lang="en-US" altLang="zh-CN"/>
              <a:t>03/12/2025</a:t>
            </a:r>
            <a:fld id="{C764DE79-268F-4C1A-8933-263129D2AF90}" type="datetimeFigureOut">
              <a:rPr lang="en-US" smtClean="0"/>
              <a:pPr/>
              <a:t>1/9/2026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696136-77B7-33A5-89AC-2FB6EFA49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E0E0BC-FD26-1B58-BC06-A2F988E67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8893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, 6 ite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655" y="1268411"/>
            <a:ext cx="3469871" cy="4321175"/>
          </a:xfr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8" name="Text Placeholder 56">
            <a:extLst>
              <a:ext uri="{FF2B5EF4-FFF2-40B4-BE49-F238E27FC236}">
                <a16:creationId xmlns:a16="http://schemas.microsoft.com/office/drawing/2014/main" id="{F7EDA4B6-C58A-B13B-1E07-A708501F0A7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46284" y="1328278"/>
            <a:ext cx="371648" cy="578404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57" name="Text Placeholder 56">
            <a:extLst>
              <a:ext uri="{FF2B5EF4-FFF2-40B4-BE49-F238E27FC236}">
                <a16:creationId xmlns:a16="http://schemas.microsoft.com/office/drawing/2014/main" id="{5E8CB032-0F93-0E27-4FC9-3B2E9800B19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01979" y="1328279"/>
            <a:ext cx="2569464" cy="578404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add item title</a:t>
            </a:r>
          </a:p>
        </p:txBody>
      </p:sp>
      <p:sp>
        <p:nvSpPr>
          <p:cNvPr id="60" name="Text Placeholder 56">
            <a:extLst>
              <a:ext uri="{FF2B5EF4-FFF2-40B4-BE49-F238E27FC236}">
                <a16:creationId xmlns:a16="http://schemas.microsoft.com/office/drawing/2014/main" id="{4F436DE0-FDC0-4350-E4AF-488BFA3B6E0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46284" y="3143501"/>
            <a:ext cx="371648" cy="578404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59" name="Text Placeholder 56">
            <a:extLst>
              <a:ext uri="{FF2B5EF4-FFF2-40B4-BE49-F238E27FC236}">
                <a16:creationId xmlns:a16="http://schemas.microsoft.com/office/drawing/2014/main" id="{EDDAE792-F2FB-58B4-A057-E9E674E4635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01979" y="3143502"/>
            <a:ext cx="2569464" cy="578404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add item title</a:t>
            </a:r>
          </a:p>
        </p:txBody>
      </p:sp>
      <p:sp>
        <p:nvSpPr>
          <p:cNvPr id="62" name="Text Placeholder 56">
            <a:extLst>
              <a:ext uri="{FF2B5EF4-FFF2-40B4-BE49-F238E27FC236}">
                <a16:creationId xmlns:a16="http://schemas.microsoft.com/office/drawing/2014/main" id="{588E4DE9-5A53-DEE9-4044-2028ED92682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355573" y="4958724"/>
            <a:ext cx="371648" cy="578404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61" name="Text Placeholder 56">
            <a:extLst>
              <a:ext uri="{FF2B5EF4-FFF2-40B4-BE49-F238E27FC236}">
                <a16:creationId xmlns:a16="http://schemas.microsoft.com/office/drawing/2014/main" id="{11A28042-DED9-24F8-7210-DB345CBFABF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11268" y="4958725"/>
            <a:ext cx="2569464" cy="578404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add item title</a:t>
            </a:r>
          </a:p>
        </p:txBody>
      </p:sp>
      <p:sp>
        <p:nvSpPr>
          <p:cNvPr id="64" name="Text Placeholder 56">
            <a:extLst>
              <a:ext uri="{FF2B5EF4-FFF2-40B4-BE49-F238E27FC236}">
                <a16:creationId xmlns:a16="http://schemas.microsoft.com/office/drawing/2014/main" id="{0B8B7FF8-8929-C6F2-F4EE-64F5B9FF46C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029989" y="1328277"/>
            <a:ext cx="371648" cy="578404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63" name="Text Placeholder 56">
            <a:extLst>
              <a:ext uri="{FF2B5EF4-FFF2-40B4-BE49-F238E27FC236}">
                <a16:creationId xmlns:a16="http://schemas.microsoft.com/office/drawing/2014/main" id="{E3354B42-7D99-658F-269E-E60BC90F13B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485684" y="1328278"/>
            <a:ext cx="2569464" cy="578404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add item title</a:t>
            </a:r>
          </a:p>
        </p:txBody>
      </p:sp>
      <p:sp>
        <p:nvSpPr>
          <p:cNvPr id="66" name="Text Placeholder 56">
            <a:extLst>
              <a:ext uri="{FF2B5EF4-FFF2-40B4-BE49-F238E27FC236}">
                <a16:creationId xmlns:a16="http://schemas.microsoft.com/office/drawing/2014/main" id="{17B535A0-725D-549B-47F5-D768DADBBDC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029989" y="3143500"/>
            <a:ext cx="371648" cy="578404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05</a:t>
            </a:r>
          </a:p>
        </p:txBody>
      </p:sp>
      <p:sp>
        <p:nvSpPr>
          <p:cNvPr id="65" name="Text Placeholder 56">
            <a:extLst>
              <a:ext uri="{FF2B5EF4-FFF2-40B4-BE49-F238E27FC236}">
                <a16:creationId xmlns:a16="http://schemas.microsoft.com/office/drawing/2014/main" id="{E9EE8CB5-849E-840A-292D-F3B2429AFCB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485684" y="3143501"/>
            <a:ext cx="2569464" cy="578404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add item title</a:t>
            </a:r>
          </a:p>
        </p:txBody>
      </p:sp>
      <p:sp>
        <p:nvSpPr>
          <p:cNvPr id="68" name="Text Placeholder 56">
            <a:extLst>
              <a:ext uri="{FF2B5EF4-FFF2-40B4-BE49-F238E27FC236}">
                <a16:creationId xmlns:a16="http://schemas.microsoft.com/office/drawing/2014/main" id="{8071E1CA-95A2-3A61-C5A2-90482B625FB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029989" y="4958723"/>
            <a:ext cx="371648" cy="578404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06</a:t>
            </a:r>
          </a:p>
        </p:txBody>
      </p:sp>
      <p:sp>
        <p:nvSpPr>
          <p:cNvPr id="67" name="Text Placeholder 56">
            <a:extLst>
              <a:ext uri="{FF2B5EF4-FFF2-40B4-BE49-F238E27FC236}">
                <a16:creationId xmlns:a16="http://schemas.microsoft.com/office/drawing/2014/main" id="{68F557DC-BEE1-49F7-45DE-367FF53A97C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485684" y="4958724"/>
            <a:ext cx="2569464" cy="578404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add item title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EAC72AA-BB35-5902-560A-B65AF81317D5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r>
              <a:rPr lang="en-US" altLang="zh-CN"/>
              <a:t>03/12/2025</a:t>
            </a:r>
            <a:fld id="{C764DE79-268F-4C1A-8933-263129D2AF90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8BA47EC-03BF-1505-0C5B-4F299410F3D5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BD62978-F34C-9C73-0BB7-C41A595F18CE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pic>
        <p:nvPicPr>
          <p:cNvPr id="35" name="Graphic 34">
            <a:extLst>
              <a:ext uri="{FF2B5EF4-FFF2-40B4-BE49-F238E27FC236}">
                <a16:creationId xmlns:a16="http://schemas.microsoft.com/office/drawing/2014/main" id="{83B3D603-89CC-7236-1568-3F5B88DCEC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36" name="Graphic 35">
            <a:extLst>
              <a:ext uri="{FF2B5EF4-FFF2-40B4-BE49-F238E27FC236}">
                <a16:creationId xmlns:a16="http://schemas.microsoft.com/office/drawing/2014/main" id="{3FA55568-3338-837B-1DB3-E4D89C88C1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38" name="Graphic 37">
            <a:extLst>
              <a:ext uri="{FF2B5EF4-FFF2-40B4-BE49-F238E27FC236}">
                <a16:creationId xmlns:a16="http://schemas.microsoft.com/office/drawing/2014/main" id="{DA81756F-1ED4-20A2-3BE1-27B60AFBD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6C6A2D12-8BB9-C51D-ABB4-FEE6EC8358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40" name="Graphic 39">
            <a:extLst>
              <a:ext uri="{FF2B5EF4-FFF2-40B4-BE49-F238E27FC236}">
                <a16:creationId xmlns:a16="http://schemas.microsoft.com/office/drawing/2014/main" id="{74D6C498-C4A9-F5CD-E8FE-1954DD80B6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41" name="Graphic 40">
            <a:extLst>
              <a:ext uri="{FF2B5EF4-FFF2-40B4-BE49-F238E27FC236}">
                <a16:creationId xmlns:a16="http://schemas.microsoft.com/office/drawing/2014/main" id="{E9AA3D4C-BCC9-EEE3-1502-D07D4019DC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42" name="Graphic 41">
            <a:extLst>
              <a:ext uri="{FF2B5EF4-FFF2-40B4-BE49-F238E27FC236}">
                <a16:creationId xmlns:a16="http://schemas.microsoft.com/office/drawing/2014/main" id="{490D26C6-83C6-E74F-EA3E-5E9E6D9272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23561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655" y="1268411"/>
            <a:ext cx="3469871" cy="4321175"/>
          </a:xfr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F68781-FA10-9321-CBD6-24B5859C5569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4303713" y="1268411"/>
            <a:ext cx="6983412" cy="4321177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EAC72AA-BB35-5902-560A-B65AF81317D5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r>
              <a:rPr lang="en-US" altLang="zh-CN"/>
              <a:t>03/12/2025</a:t>
            </a:r>
            <a:fld id="{C764DE79-268F-4C1A-8933-263129D2AF90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8BA47EC-03BF-1505-0C5B-4F299410F3D5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BD62978-F34C-9C73-0BB7-C41A595F18CE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pic>
        <p:nvPicPr>
          <p:cNvPr id="35" name="Graphic 34">
            <a:extLst>
              <a:ext uri="{FF2B5EF4-FFF2-40B4-BE49-F238E27FC236}">
                <a16:creationId xmlns:a16="http://schemas.microsoft.com/office/drawing/2014/main" id="{83B3D603-89CC-7236-1568-3F5B88DCEC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36" name="Graphic 35">
            <a:extLst>
              <a:ext uri="{FF2B5EF4-FFF2-40B4-BE49-F238E27FC236}">
                <a16:creationId xmlns:a16="http://schemas.microsoft.com/office/drawing/2014/main" id="{3FA55568-3338-837B-1DB3-E4D89C88C1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38" name="Graphic 37">
            <a:extLst>
              <a:ext uri="{FF2B5EF4-FFF2-40B4-BE49-F238E27FC236}">
                <a16:creationId xmlns:a16="http://schemas.microsoft.com/office/drawing/2014/main" id="{DA81756F-1ED4-20A2-3BE1-27B60AFBD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6C6A2D12-8BB9-C51D-ABB4-FEE6EC8358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40" name="Graphic 39">
            <a:extLst>
              <a:ext uri="{FF2B5EF4-FFF2-40B4-BE49-F238E27FC236}">
                <a16:creationId xmlns:a16="http://schemas.microsoft.com/office/drawing/2014/main" id="{74D6C498-C4A9-F5CD-E8FE-1954DD80B6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41" name="Graphic 40">
            <a:extLst>
              <a:ext uri="{FF2B5EF4-FFF2-40B4-BE49-F238E27FC236}">
                <a16:creationId xmlns:a16="http://schemas.microsoft.com/office/drawing/2014/main" id="{E9AA3D4C-BCC9-EEE3-1502-D07D4019DC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42" name="Graphic 41">
            <a:extLst>
              <a:ext uri="{FF2B5EF4-FFF2-40B4-BE49-F238E27FC236}">
                <a16:creationId xmlns:a16="http://schemas.microsoft.com/office/drawing/2014/main" id="{490D26C6-83C6-E74F-EA3E-5E9E6D9272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18809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1 (Max)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716" y="620256"/>
            <a:ext cx="11239215" cy="528186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716" y="1290344"/>
            <a:ext cx="11239214" cy="4524073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1400"/>
            </a:lvl1pPr>
            <a:lvl2pPr marL="457200" indent="0">
              <a:lnSpc>
                <a:spcPct val="120000"/>
              </a:lnSpc>
              <a:buNone/>
              <a:defRPr sz="1200"/>
            </a:lvl2pPr>
            <a:lvl3pPr marL="914400" indent="0">
              <a:lnSpc>
                <a:spcPct val="120000"/>
              </a:lnSpc>
              <a:buNone/>
              <a:defRPr sz="1100"/>
            </a:lvl3pPr>
            <a:lvl4pPr marL="1371600" indent="0">
              <a:lnSpc>
                <a:spcPct val="120000"/>
              </a:lnSpc>
              <a:buNone/>
              <a:defRPr sz="1050"/>
            </a:lvl4pPr>
            <a:lvl5pPr marL="1828800" indent="0">
              <a:lnSpc>
                <a:spcPct val="120000"/>
              </a:lnSpc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CE45E1-8AA9-0641-DFFD-8E3B74274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03/12/2025</a:t>
            </a:r>
            <a:fld id="{C764DE79-268F-4C1A-8933-263129D2AF90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0465922C-47C6-FB18-3A90-5D17252F5E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5792058B-D5E0-DD2F-35A0-6B5D97637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F2B807F2-49F3-C1AD-A460-08DF61F49F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36A272AA-D00A-8457-7DC9-2168AAB05E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8D485646-5958-7AAD-83B9-69BC8926F7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BAC80F42-7E22-F5CD-8977-B65F5A3786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7548FCEF-FAC5-3CBA-8E5E-293CE4B168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4345772F-E624-0306-46DB-A61AD926B8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B2E0757B-C264-0D23-3918-235437F481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507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 (Ma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-1325880"/>
            <a:ext cx="10515600" cy="1325880"/>
          </a:xfr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3141" y="367091"/>
            <a:ext cx="11225719" cy="6123818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1400"/>
            </a:lvl1pPr>
            <a:lvl2pPr marL="457200" indent="0">
              <a:lnSpc>
                <a:spcPct val="120000"/>
              </a:lnSpc>
              <a:buNone/>
              <a:defRPr sz="1200"/>
            </a:lvl2pPr>
            <a:lvl3pPr marL="914400" indent="0">
              <a:lnSpc>
                <a:spcPct val="120000"/>
              </a:lnSpc>
              <a:buNone/>
              <a:defRPr sz="1100"/>
            </a:lvl3pPr>
            <a:lvl4pPr marL="1371600" indent="0">
              <a:lnSpc>
                <a:spcPct val="120000"/>
              </a:lnSpc>
              <a:buNone/>
              <a:defRPr sz="1050"/>
            </a:lvl4pPr>
            <a:lvl5pPr marL="1828800" indent="0">
              <a:lnSpc>
                <a:spcPct val="120000"/>
              </a:lnSpc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BC0504-C967-4B64-0487-CE1E5074C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03/12/2025</a:t>
            </a:r>
            <a:fld id="{C764DE79-268F-4C1A-8933-263129D2AF90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8570D1-3E23-5DFF-F66B-C4217200E2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45C3D53-8B9C-31EA-672D-5AC8DB14C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9972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717" y="644207"/>
            <a:ext cx="11239215" cy="848979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717" y="1635088"/>
            <a:ext cx="11239215" cy="4203281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1400"/>
            </a:lvl1pPr>
            <a:lvl2pPr marL="457200" indent="0">
              <a:lnSpc>
                <a:spcPct val="120000"/>
              </a:lnSpc>
              <a:buNone/>
              <a:defRPr sz="1200"/>
            </a:lvl2pPr>
            <a:lvl3pPr marL="914400" indent="0">
              <a:lnSpc>
                <a:spcPct val="120000"/>
              </a:lnSpc>
              <a:buNone/>
              <a:defRPr sz="1100"/>
            </a:lvl3pPr>
            <a:lvl4pPr marL="1371600" indent="0">
              <a:lnSpc>
                <a:spcPct val="120000"/>
              </a:lnSpc>
              <a:buNone/>
              <a:defRPr sz="1050"/>
            </a:lvl4pPr>
            <a:lvl5pPr marL="1828800" indent="0">
              <a:lnSpc>
                <a:spcPct val="120000"/>
              </a:lnSpc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55C2479-171B-8A37-6177-F4BC13CE76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03/12/2025</a:t>
            </a:r>
            <a:fld id="{C764DE79-268F-4C1A-8933-263129D2AF90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325E3C-A139-DBE6-32B9-B7F3D66DA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646160B-29E0-0653-6DC7-15CC99338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802124FC-E3D7-C896-477D-C78F01BEC4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A6E80EF3-E7FD-DDD3-8304-A062069FF4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91A6A049-2AAA-25ED-121F-458BD256EF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74A1FD58-DBA7-3403-11D4-91DC97EC7C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242CE110-3995-DF07-8B3A-29CD8B7285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E41E3272-B97C-51D9-359B-CAB7980B24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BECBEE43-989C-1ABD-786F-DAAE274B71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93676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407" y="2385975"/>
            <a:ext cx="4505825" cy="2454796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282413" y="2386584"/>
            <a:ext cx="6429181" cy="2459736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1400"/>
            </a:lvl1pPr>
            <a:lvl2pPr marL="228600" indent="0">
              <a:lnSpc>
                <a:spcPct val="120000"/>
              </a:lnSpc>
              <a:buNone/>
              <a:defRPr sz="1200"/>
            </a:lvl2pPr>
            <a:lvl3pPr marL="457200" indent="0">
              <a:lnSpc>
                <a:spcPct val="120000"/>
              </a:lnSpc>
              <a:buNone/>
              <a:defRPr sz="1100"/>
            </a:lvl3pPr>
            <a:lvl4pPr marL="685800" indent="0">
              <a:lnSpc>
                <a:spcPct val="120000"/>
              </a:lnSpc>
              <a:buNone/>
              <a:defRPr sz="1050"/>
            </a:lvl4pPr>
            <a:lvl5pPr marL="914400" indent="0">
              <a:lnSpc>
                <a:spcPct val="120000"/>
              </a:lnSpc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6FB571-5255-9A6A-0DF9-41B372F16C8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altLang="zh-CN"/>
              <a:t>03/12/2025</a:t>
            </a:r>
            <a:fld id="{C764DE79-268F-4C1A-8933-263129D2AF90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5EDA920-5EDF-1450-E727-DB6F714299B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4A46075-37FD-0DA6-E30E-045A0470A1A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44D343E0-77DA-A992-E8E8-56ADC35122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345B9E39-8467-965E-4EBB-7116E72A75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6A4ACA64-E6E2-E546-4DEA-B9CDFC70C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F307016F-F207-A791-B1E0-9CF9E9F65E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28CE03ED-CA53-3010-E3D2-6029B6CB06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7C01D2A3-4E62-5119-28E9-8D24698D19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FDD6AD74-B5C0-0792-0216-831EEA42D8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17189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40" y="2258568"/>
            <a:ext cx="4513792" cy="3557016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60C02C17-1009-BE18-1130-AE405DB7B1F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282413" y="2258567"/>
            <a:ext cx="6429181" cy="3557015"/>
          </a:xfrm>
        </p:spPr>
        <p:txBody>
          <a:bodyPr anchor="ctr">
            <a:normAutofit/>
          </a:bodyPr>
          <a:lstStyle>
            <a:lvl1pPr marL="0" indent="0">
              <a:lnSpc>
                <a:spcPct val="120000"/>
              </a:lnSpc>
              <a:buNone/>
              <a:defRPr sz="1400"/>
            </a:lvl1pPr>
            <a:lvl2pPr marL="228600" indent="0">
              <a:lnSpc>
                <a:spcPct val="120000"/>
              </a:lnSpc>
              <a:buNone/>
              <a:defRPr sz="1200"/>
            </a:lvl2pPr>
            <a:lvl3pPr marL="457200" indent="0">
              <a:lnSpc>
                <a:spcPct val="120000"/>
              </a:lnSpc>
              <a:buNone/>
              <a:defRPr sz="1100"/>
            </a:lvl3pPr>
            <a:lvl4pPr marL="685800" indent="0">
              <a:lnSpc>
                <a:spcPct val="120000"/>
              </a:lnSpc>
              <a:buNone/>
              <a:defRPr sz="1050"/>
            </a:lvl4pPr>
            <a:lvl5pPr marL="914400" indent="0">
              <a:lnSpc>
                <a:spcPct val="120000"/>
              </a:lnSpc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9426F1-6AC7-0E2F-01DD-7617CC13990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altLang="zh-CN"/>
              <a:t>03/12/2025</a:t>
            </a:r>
            <a:fld id="{C764DE79-268F-4C1A-8933-263129D2AF90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C001D14-E77B-FC04-4A3E-AC8A6D7DA11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0173A29-98E9-A1E8-B23F-5F4F587E896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82BBA477-239B-9E85-B5E9-0A9FC1C18C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54A48AE8-4668-9831-97A1-DADC08DFA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2E40F4B3-682D-A534-E344-D173360B9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8DFC42E7-7D80-F79A-A245-88DD33A47F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F16AE16F-F4B3-4D2D-DE07-9872E34418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19A62A42-6310-279F-48C6-224AC57AAE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D71B062D-CE71-FBA1-057C-C7E4E636EC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51178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717" y="623957"/>
            <a:ext cx="4498515" cy="5418923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4EDCACE0-54F0-0CDC-44E7-9FE370AA014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282413" y="623957"/>
            <a:ext cx="6429181" cy="5418923"/>
          </a:xfrm>
        </p:spPr>
        <p:txBody>
          <a:bodyPr anchor="ctr">
            <a:normAutofit/>
          </a:bodyPr>
          <a:lstStyle>
            <a:lvl1pPr marL="0" indent="0">
              <a:lnSpc>
                <a:spcPct val="120000"/>
              </a:lnSpc>
              <a:buNone/>
              <a:defRPr sz="1400"/>
            </a:lvl1pPr>
            <a:lvl2pPr marL="228600" indent="0">
              <a:lnSpc>
                <a:spcPct val="120000"/>
              </a:lnSpc>
              <a:buNone/>
              <a:defRPr sz="1200"/>
            </a:lvl2pPr>
            <a:lvl3pPr marL="457200" indent="0">
              <a:lnSpc>
                <a:spcPct val="120000"/>
              </a:lnSpc>
              <a:buNone/>
              <a:defRPr sz="1100"/>
            </a:lvl3pPr>
            <a:lvl4pPr marL="685800" indent="0">
              <a:lnSpc>
                <a:spcPct val="120000"/>
              </a:lnSpc>
              <a:buNone/>
              <a:defRPr sz="1050"/>
            </a:lvl4pPr>
            <a:lvl5pPr marL="914400" indent="0">
              <a:lnSpc>
                <a:spcPct val="120000"/>
              </a:lnSpc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292689-5770-BB70-24FB-0B210E979C4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altLang="zh-CN"/>
              <a:t>03/12/2025</a:t>
            </a:r>
            <a:fld id="{C764DE79-268F-4C1A-8933-263129D2AF90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6C1A886-159B-3741-DB1E-B2B08A481EB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D2E3DE-0943-9AEC-0C55-280055097A3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C00CF72C-DF65-0215-D050-B21249CDA2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9F10B0BE-A0B5-922E-D80E-2C33289CD7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CB8F230F-F58E-C5AC-4CEB-21E731D0AF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65425529-EA98-C86E-78F8-EE263C12BD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58EA1CFD-4D90-676A-63E8-552ED08DF0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4E7A2D88-1A33-4720-E4D5-7CAB93A0DF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50DCAE5A-43D2-B878-BB0D-06A4CF9B15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68614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6050" y="622569"/>
            <a:ext cx="9360000" cy="2423843"/>
          </a:xfrm>
        </p:spPr>
        <p:txBody>
          <a:bodyPr lIns="0" tIns="0" rIns="0" bIns="0" anchor="b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21DC2FDA-51AD-BF1E-3DEB-E8313BF991D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416051" y="3315855"/>
            <a:ext cx="9359999" cy="2133600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1400"/>
            </a:lvl1pPr>
            <a:lvl2pPr marL="228600" indent="0">
              <a:lnSpc>
                <a:spcPct val="120000"/>
              </a:lnSpc>
              <a:buNone/>
              <a:defRPr sz="1200"/>
            </a:lvl2pPr>
            <a:lvl3pPr marL="457200" indent="0">
              <a:lnSpc>
                <a:spcPct val="120000"/>
              </a:lnSpc>
              <a:buNone/>
              <a:defRPr sz="1100"/>
            </a:lvl3pPr>
            <a:lvl4pPr marL="685800" indent="0">
              <a:lnSpc>
                <a:spcPct val="120000"/>
              </a:lnSpc>
              <a:buNone/>
              <a:defRPr sz="1050"/>
            </a:lvl4pPr>
            <a:lvl5pPr marL="914400" indent="0">
              <a:lnSpc>
                <a:spcPct val="120000"/>
              </a:lnSpc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03/12/2025</a:t>
            </a:r>
            <a:fld id="{B0ADC593-EA98-4C39-A75F-3F3A9C691019}" type="datetime1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CCD18542-E078-9D92-106B-8A86B74F75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DF12817D-5F1E-1279-697A-5529201B61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DA725D93-1881-6C28-E248-09F5CC3579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95C468BF-435C-FA29-2269-A63653AB9A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3BFFF8A9-6202-9383-4C8D-7B57F0B0D4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992F9401-D0DF-C382-F533-04C855BAF2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1BD2BCEE-62B3-A3E1-431C-405FAAC9A7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140926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8194" y="624743"/>
            <a:ext cx="6616613" cy="1224438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AF32F3-3D2F-BFD5-7E68-D3C5F4E6F994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03/12/2025</a:t>
            </a:r>
            <a:fld id="{C764DE79-268F-4C1A-8933-263129D2AF90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50BD6509-D018-183D-9E19-06A3CBD4B01B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5094983" y="2059709"/>
            <a:ext cx="6609299" cy="3966371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1400"/>
            </a:lvl1pPr>
            <a:lvl2pPr marL="228600" indent="0">
              <a:lnSpc>
                <a:spcPct val="120000"/>
              </a:lnSpc>
              <a:buNone/>
              <a:defRPr sz="1200"/>
            </a:lvl2pPr>
            <a:lvl3pPr marL="457200" indent="0">
              <a:lnSpc>
                <a:spcPct val="120000"/>
              </a:lnSpc>
              <a:buNone/>
              <a:defRPr sz="1100"/>
            </a:lvl3pPr>
            <a:lvl4pPr marL="685800" indent="0">
              <a:lnSpc>
                <a:spcPct val="120000"/>
              </a:lnSpc>
              <a:buNone/>
              <a:defRPr sz="1050"/>
            </a:lvl4pPr>
            <a:lvl5pPr marL="914400" indent="0">
              <a:lnSpc>
                <a:spcPct val="120000"/>
              </a:lnSpc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1D890EB0-226B-B83C-1317-7CD5BF335E5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1CDBAF57-4A95-0763-E449-60098180CD5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87718" y="624743"/>
            <a:ext cx="4306168" cy="5401337"/>
          </a:xfrm>
        </p:spPr>
        <p:txBody>
          <a:bodyPr/>
          <a:lstStyle/>
          <a:p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0D86DBE4-8258-5253-4AB1-B08EC97E48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D5E51FA3-4E9F-B2DF-394D-220F140F52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9AE5BBF2-4123-A052-2A53-A992D0D9BA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768E24BC-60F3-B1C9-1907-9415A276AF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CEA7B0A5-CD66-FF55-8E1C-D62326A22C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55BCF46D-AD68-FBC3-6E91-900BDA95A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E18A3D8E-A21A-FA86-29C8-58DCEDEC05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297076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717" y="622570"/>
            <a:ext cx="6516553" cy="1352349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2DC0BCB7-738E-A85E-2CC8-FBC3746E2EE2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87717" y="2059709"/>
            <a:ext cx="6516553" cy="3966371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1400"/>
            </a:lvl1pPr>
            <a:lvl2pPr marL="228600" indent="0">
              <a:lnSpc>
                <a:spcPct val="120000"/>
              </a:lnSpc>
              <a:buNone/>
              <a:defRPr sz="1200"/>
            </a:lvl2pPr>
            <a:lvl3pPr marL="457200" indent="0">
              <a:lnSpc>
                <a:spcPct val="120000"/>
              </a:lnSpc>
              <a:buNone/>
              <a:defRPr sz="1100"/>
            </a:lvl3pPr>
            <a:lvl4pPr marL="685800" indent="0">
              <a:lnSpc>
                <a:spcPct val="120000"/>
              </a:lnSpc>
              <a:buNone/>
              <a:defRPr sz="1050"/>
            </a:lvl4pPr>
            <a:lvl5pPr marL="914400" indent="0">
              <a:lnSpc>
                <a:spcPct val="120000"/>
              </a:lnSpc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AD6545-7835-6223-E2D7-B08DC24550E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03/12/2025</a:t>
            </a:r>
            <a:fld id="{C764DE79-268F-4C1A-8933-263129D2AF90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C8596D-E7D6-7A88-A991-EE5DA2F2D3B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1A4CCD-AE68-96E8-0818-62CCCDF953B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00451" y="622570"/>
            <a:ext cx="4403831" cy="5403509"/>
          </a:xfrm>
        </p:spPr>
        <p:txBody>
          <a:bodyPr/>
          <a:lstStyle/>
          <a:p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04198D92-437D-938A-368C-551EB3B09F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E9DF12D2-D170-E3F9-BE7C-C96BF667ED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C7D4050D-3714-B837-6AC8-6394981E86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C8EB0887-B8AC-BA8C-42C3-6D571F765B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8C4846B1-D80C-7D0B-1683-D15544173A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770DBBE1-E3C5-CF57-BE8A-A5AA464184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29A1B461-2B49-2C6B-5EB3-A7FD3EEF7C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417667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4220" y="645320"/>
            <a:ext cx="7212711" cy="1224438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E4156FF0-BDB4-85DE-4637-BD673953A7AF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514221" y="2059709"/>
            <a:ext cx="7212710" cy="3966371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1400"/>
            </a:lvl1pPr>
            <a:lvl2pPr marL="228600" indent="0">
              <a:lnSpc>
                <a:spcPct val="120000"/>
              </a:lnSpc>
              <a:buNone/>
              <a:defRPr sz="1200"/>
            </a:lvl2pPr>
            <a:lvl3pPr marL="457200" indent="0">
              <a:lnSpc>
                <a:spcPct val="120000"/>
              </a:lnSpc>
              <a:buNone/>
              <a:defRPr sz="1100"/>
            </a:lvl3pPr>
            <a:lvl4pPr marL="685800" indent="0">
              <a:lnSpc>
                <a:spcPct val="120000"/>
              </a:lnSpc>
              <a:buNone/>
              <a:defRPr sz="1050"/>
            </a:lvl4pPr>
            <a:lvl5pPr marL="914400" indent="0">
              <a:lnSpc>
                <a:spcPct val="120000"/>
              </a:lnSpc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680783-602E-3131-64C4-E2368C1C1CA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03/12/2025</a:t>
            </a:r>
            <a:fld id="{C764DE79-268F-4C1A-8933-263129D2AF90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DC7208C9-8FFF-05EB-3434-340ED31A626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A0E3BB1B-806F-3893-2B11-035E0F96D61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87718" y="645321"/>
            <a:ext cx="3730322" cy="5380760"/>
          </a:xfrm>
        </p:spPr>
        <p:txBody>
          <a:bodyPr/>
          <a:lstStyle/>
          <a:p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760E18B8-F240-5FC9-172B-79AB690EB1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3C25F1DF-F20F-2619-E15E-6B2C53CC12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14ADE66A-ABE4-2488-E19C-399886F62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FB5BDCA7-6018-0865-E42A-8B987B66A3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789E17A9-D02F-0A01-D1D9-D498FCE38B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F0C07C74-BC0A-2E9C-E474-C90C44AF8B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723B0B90-869D-DA36-ADBE-D02907BA3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08042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5C6104E6-797D-DE61-EBFD-7BF0502BC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717" y="624108"/>
            <a:ext cx="7190063" cy="1224438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Content Placeholder 7">
            <a:extLst>
              <a:ext uri="{FF2B5EF4-FFF2-40B4-BE49-F238E27FC236}">
                <a16:creationId xmlns:a16="http://schemas.microsoft.com/office/drawing/2014/main" id="{E91950E2-DA6F-9AF4-7BC3-42F6A8CEB382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87717" y="2059709"/>
            <a:ext cx="7190063" cy="3966371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1400"/>
            </a:lvl1pPr>
            <a:lvl2pPr marL="228600" indent="0">
              <a:lnSpc>
                <a:spcPct val="120000"/>
              </a:lnSpc>
              <a:buNone/>
              <a:defRPr sz="1200"/>
            </a:lvl2pPr>
            <a:lvl3pPr marL="457200" indent="0">
              <a:lnSpc>
                <a:spcPct val="120000"/>
              </a:lnSpc>
              <a:buNone/>
              <a:defRPr sz="1100"/>
            </a:lvl3pPr>
            <a:lvl4pPr marL="685800" indent="0">
              <a:lnSpc>
                <a:spcPct val="120000"/>
              </a:lnSpc>
              <a:buNone/>
              <a:defRPr sz="1050"/>
            </a:lvl4pPr>
            <a:lvl5pPr marL="914400" indent="0">
              <a:lnSpc>
                <a:spcPct val="120000"/>
              </a:lnSpc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Date Placeholder 3">
            <a:extLst>
              <a:ext uri="{FF2B5EF4-FFF2-40B4-BE49-F238E27FC236}">
                <a16:creationId xmlns:a16="http://schemas.microsoft.com/office/drawing/2014/main" id="{4DB5D014-A806-CFB1-A86C-89F2F05F06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altLang="zh-CN"/>
              <a:t>03/12/2025</a:t>
            </a:r>
            <a:fld id="{EEE6A364-A39C-470E-B89A-9BD899585684}" type="datetime1">
              <a:rPr lang="en-US" smtClean="0"/>
              <a:t>1/9/2026</a:t>
            </a:fld>
            <a:endParaRPr lang="en-US"/>
          </a:p>
        </p:txBody>
      </p:sp>
      <p:sp>
        <p:nvSpPr>
          <p:cNvPr id="27" name="Footer Placeholder 4">
            <a:extLst>
              <a:ext uri="{FF2B5EF4-FFF2-40B4-BE49-F238E27FC236}">
                <a16:creationId xmlns:a16="http://schemas.microsoft.com/office/drawing/2014/main" id="{64D98452-D7CC-A24C-DE09-4A60A01E5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5B280280-F920-F7AD-E3C1-BA6D772ED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41874ABC-5130-9579-629F-5CECD6DC2F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973961" y="624109"/>
            <a:ext cx="3374039" cy="5401972"/>
          </a:xfrm>
        </p:spPr>
        <p:txBody>
          <a:bodyPr/>
          <a:lstStyle/>
          <a:p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9DBD49EC-4627-EA38-FB56-402489C33A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C4E2BD95-4321-F16A-4BD7-3AF8C173D7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14436D8C-204F-1328-2F53-BFDD9B04A6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E5DD6FF8-2A52-AC23-3BF6-AF32E62386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042CAE69-93B5-BE50-B6E7-13280B7CB5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6CC67153-44AF-B511-B9A7-74E1C1F49D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3C4EE300-9083-A8FD-3459-4B4FE6D115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700860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D8A1944A-9D3F-E96D-79C6-29698EC330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2876" y="620747"/>
            <a:ext cx="4824056" cy="1833835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6F8DDFB0-DE79-28E9-919A-68C9BC0AEC5F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902876" y="2604655"/>
            <a:ext cx="4824056" cy="3421425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1400"/>
            </a:lvl1pPr>
            <a:lvl2pPr marL="228600" indent="0">
              <a:lnSpc>
                <a:spcPct val="120000"/>
              </a:lnSpc>
              <a:buNone/>
              <a:defRPr sz="1200"/>
            </a:lvl2pPr>
            <a:lvl3pPr marL="457200" indent="0">
              <a:lnSpc>
                <a:spcPct val="120000"/>
              </a:lnSpc>
              <a:buNone/>
              <a:defRPr sz="1100"/>
            </a:lvl3pPr>
            <a:lvl4pPr marL="685800" indent="0">
              <a:lnSpc>
                <a:spcPct val="120000"/>
              </a:lnSpc>
              <a:buNone/>
              <a:defRPr sz="1050"/>
            </a:lvl4pPr>
            <a:lvl5pPr marL="914400" indent="0">
              <a:lnSpc>
                <a:spcPct val="120000"/>
              </a:lnSpc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Date Placeholder 3">
            <a:extLst>
              <a:ext uri="{FF2B5EF4-FFF2-40B4-BE49-F238E27FC236}">
                <a16:creationId xmlns:a16="http://schemas.microsoft.com/office/drawing/2014/main" id="{FFD0B392-3ACC-D9F8-669E-9716AC91FD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altLang="zh-CN"/>
              <a:t>03/12/2025</a:t>
            </a:r>
            <a:fld id="{EEE6A364-A39C-470E-B89A-9BD899585684}" type="datetime1">
              <a:rPr lang="en-US" smtClean="0"/>
              <a:t>1/9/2026</a:t>
            </a:fld>
            <a:endParaRPr lang="en-US"/>
          </a:p>
        </p:txBody>
      </p:sp>
      <p:sp>
        <p:nvSpPr>
          <p:cNvPr id="27" name="Footer Placeholder 4">
            <a:extLst>
              <a:ext uri="{FF2B5EF4-FFF2-40B4-BE49-F238E27FC236}">
                <a16:creationId xmlns:a16="http://schemas.microsoft.com/office/drawing/2014/main" id="{60741C1F-F78E-D454-1C6C-D74CB1D09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7BD0CEF6-03F7-CC36-4127-FB36DC951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Picture Placeholder 10">
            <a:extLst>
              <a:ext uri="{FF2B5EF4-FFF2-40B4-BE49-F238E27FC236}">
                <a16:creationId xmlns:a16="http://schemas.microsoft.com/office/drawing/2014/main" id="{BEB849F3-DD2C-60D1-B22F-69F7E09E3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87718" y="620748"/>
            <a:ext cx="6123792" cy="5405332"/>
          </a:xfrm>
        </p:spPr>
        <p:txBody>
          <a:bodyPr/>
          <a:lstStyle/>
          <a:p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0B59F66-0E74-A7CA-65A2-F6696345AA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2110667B-CAEA-CCC0-5D4D-9704AA7FE1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3958C826-F244-3E62-D597-BF0A812D1A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3946BFE5-5A47-5F21-0F7F-F6F5D6986B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DA90CCFE-3E51-B518-366B-ED1D947515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A4BD2457-28D9-CB2A-FEDF-80478B1A42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17033F00-C070-03A4-FC6C-5D2D002260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12135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BA2FE4F3-D807-BCA6-C55E-23003B2F9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717" y="624108"/>
            <a:ext cx="6246823" cy="1885412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059EFF90-D9C9-6815-9446-575F60D448C6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87717" y="2752435"/>
            <a:ext cx="6246823" cy="3273645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1400"/>
            </a:lvl1pPr>
            <a:lvl2pPr marL="228600" indent="0">
              <a:lnSpc>
                <a:spcPct val="120000"/>
              </a:lnSpc>
              <a:buNone/>
              <a:defRPr sz="1200"/>
            </a:lvl2pPr>
            <a:lvl3pPr marL="457200" indent="0">
              <a:lnSpc>
                <a:spcPct val="120000"/>
              </a:lnSpc>
              <a:buNone/>
              <a:defRPr sz="1100"/>
            </a:lvl3pPr>
            <a:lvl4pPr marL="685800" indent="0">
              <a:lnSpc>
                <a:spcPct val="120000"/>
              </a:lnSpc>
              <a:buNone/>
              <a:defRPr sz="1050"/>
            </a:lvl4pPr>
            <a:lvl5pPr marL="914400" indent="0">
              <a:lnSpc>
                <a:spcPct val="120000"/>
              </a:lnSpc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Date Placeholder 3">
            <a:extLst>
              <a:ext uri="{FF2B5EF4-FFF2-40B4-BE49-F238E27FC236}">
                <a16:creationId xmlns:a16="http://schemas.microsoft.com/office/drawing/2014/main" id="{CC2A140A-FAF3-33A9-009C-4C5C2518227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altLang="zh-CN"/>
              <a:t>03/12/2025</a:t>
            </a:r>
            <a:fld id="{EEE6A364-A39C-470E-B89A-9BD899585684}" type="datetime1">
              <a:rPr lang="en-US" smtClean="0"/>
              <a:t>1/9/2026</a:t>
            </a:fld>
            <a:endParaRPr lang="en-US"/>
          </a:p>
        </p:txBody>
      </p:sp>
      <p:sp>
        <p:nvSpPr>
          <p:cNvPr id="27" name="Footer Placeholder 4">
            <a:extLst>
              <a:ext uri="{FF2B5EF4-FFF2-40B4-BE49-F238E27FC236}">
                <a16:creationId xmlns:a16="http://schemas.microsoft.com/office/drawing/2014/main" id="{7CCB5720-0969-2AFD-1F18-2F7910209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1147FF48-E375-4D0C-5CD3-858D0B4E7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68108B26-8360-2DED-DD5D-BA398374A7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30721" y="624109"/>
            <a:ext cx="4317280" cy="5401972"/>
          </a:xfrm>
        </p:spPr>
        <p:txBody>
          <a:bodyPr/>
          <a:lstStyle/>
          <a:p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602CF0A7-D393-BEE9-40C3-6A0FED00F2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164B7ADF-5789-01E9-9E31-5562055CBB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1BFDA453-8A46-1974-54AB-5B0CF444BF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E3D81806-3496-DBEB-E271-55447CFA87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554F5A68-82E3-482D-51C2-6406D17676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6621BD8D-D017-C42F-2B40-9FDDE62BC9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E97B92BD-1544-D08D-FB97-E693DE3C58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560063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423" y="622166"/>
            <a:ext cx="4582632" cy="932688"/>
          </a:xfrm>
        </p:spPr>
        <p:txBody>
          <a:bodyPr anchor="t">
            <a:no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DD62111C-EC83-8EB6-FA42-C4530B7EDE3F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788424" y="1866075"/>
            <a:ext cx="4582632" cy="4160006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1400"/>
            </a:lvl1pPr>
            <a:lvl2pPr marL="228600" indent="0">
              <a:lnSpc>
                <a:spcPct val="120000"/>
              </a:lnSpc>
              <a:buNone/>
              <a:defRPr sz="1200"/>
            </a:lvl2pPr>
            <a:lvl3pPr marL="457200" indent="0">
              <a:lnSpc>
                <a:spcPct val="120000"/>
              </a:lnSpc>
              <a:buNone/>
              <a:defRPr sz="1100"/>
            </a:lvl3pPr>
            <a:lvl4pPr marL="685800" indent="0">
              <a:lnSpc>
                <a:spcPct val="120000"/>
              </a:lnSpc>
              <a:buNone/>
              <a:defRPr sz="1050"/>
            </a:lvl4pPr>
            <a:lvl5pPr marL="914400" indent="0">
              <a:lnSpc>
                <a:spcPct val="120000"/>
              </a:lnSpc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Date Placeholder 3">
            <a:extLst>
              <a:ext uri="{FF2B5EF4-FFF2-40B4-BE49-F238E27FC236}">
                <a16:creationId xmlns:a16="http://schemas.microsoft.com/office/drawing/2014/main" id="{BCED6496-51CB-2053-2FAB-526564D884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altLang="zh-CN"/>
              <a:t>03/12/2025</a:t>
            </a:r>
            <a:fld id="{EEE6A364-A39C-470E-B89A-9BD899585684}" type="datetime1">
              <a:rPr lang="en-US" smtClean="0"/>
              <a:t>1/9/2026</a:t>
            </a:fld>
            <a:endParaRPr lang="en-US"/>
          </a:p>
        </p:txBody>
      </p:sp>
      <p:sp>
        <p:nvSpPr>
          <p:cNvPr id="27" name="Footer Placeholder 4">
            <a:extLst>
              <a:ext uri="{FF2B5EF4-FFF2-40B4-BE49-F238E27FC236}">
                <a16:creationId xmlns:a16="http://schemas.microsoft.com/office/drawing/2014/main" id="{F2A1C58E-290C-4E96-0510-DB65E86E4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0544C675-04BE-4CC2-0C55-72835E577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87717" y="622166"/>
            <a:ext cx="6004524" cy="5422964"/>
          </a:xfrm>
        </p:spPr>
        <p:txBody>
          <a:bodyPr/>
          <a:lstStyle/>
          <a:p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A7AB20BB-07E4-5564-77BA-4319277E9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B18EDCE5-94DF-C210-B458-B59B094E5F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9F210669-F326-0C60-1595-1C41F71B6D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FCB122DF-F7B5-415A-AB71-04AE719E9E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2795F5CC-BD77-DE7B-07E7-859689062B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C36E6360-7150-B4E1-82D7-AFA68C7A5B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30" name="Graphic 29">
            <a:extLst>
              <a:ext uri="{FF2B5EF4-FFF2-40B4-BE49-F238E27FC236}">
                <a16:creationId xmlns:a16="http://schemas.microsoft.com/office/drawing/2014/main" id="{8720932F-8815-AD3F-94E6-9A4512B66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091682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1">
            <a:extLst>
              <a:ext uri="{FF2B5EF4-FFF2-40B4-BE49-F238E27FC236}">
                <a16:creationId xmlns:a16="http://schemas.microsoft.com/office/drawing/2014/main" id="{D45AC25E-3B26-5C66-9871-8D92723B2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2876" y="620747"/>
            <a:ext cx="4824056" cy="1833835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C94FB6C8-4DF2-8CB9-FB4A-50576AC89BCF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902876" y="2784851"/>
            <a:ext cx="4801406" cy="3241229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1400"/>
            </a:lvl1pPr>
            <a:lvl2pPr marL="228600" indent="0">
              <a:lnSpc>
                <a:spcPct val="120000"/>
              </a:lnSpc>
              <a:buNone/>
              <a:defRPr sz="1200"/>
            </a:lvl2pPr>
            <a:lvl3pPr marL="457200" indent="0">
              <a:lnSpc>
                <a:spcPct val="120000"/>
              </a:lnSpc>
              <a:buNone/>
              <a:defRPr sz="1100"/>
            </a:lvl3pPr>
            <a:lvl4pPr marL="685800" indent="0">
              <a:lnSpc>
                <a:spcPct val="120000"/>
              </a:lnSpc>
              <a:buNone/>
              <a:defRPr sz="1050"/>
            </a:lvl4pPr>
            <a:lvl5pPr marL="914400" indent="0">
              <a:lnSpc>
                <a:spcPct val="120000"/>
              </a:lnSpc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E1C58D-44CF-4EB6-C426-F4F9C3C5159B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03/12/2025</a:t>
            </a:r>
            <a:fld id="{C764DE79-268F-4C1A-8933-263129D2AF90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BC6095-2F05-9711-96F0-A4D53E00111C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9DFC92-60C4-48D6-1285-388C5DEE095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32" name="Picture Placeholder 10">
            <a:extLst>
              <a:ext uri="{FF2B5EF4-FFF2-40B4-BE49-F238E27FC236}">
                <a16:creationId xmlns:a16="http://schemas.microsoft.com/office/drawing/2014/main" id="{19E109F7-02E6-26AE-80FD-36B6924E4BB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87718" y="620748"/>
            <a:ext cx="6123792" cy="5405332"/>
          </a:xfrm>
        </p:spPr>
        <p:txBody>
          <a:bodyPr/>
          <a:lstStyle/>
          <a:p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3D3C1782-1784-E69A-6317-E05970660C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2804EBA0-3614-24BB-20EA-7C920636D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84B37FAC-D138-7DBB-79BD-467BB981A2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E984EEA6-1057-E47D-6F59-84E88DBEE1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50FAD215-C0CC-1242-D483-885BCC7F8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9FE12EEA-B557-3335-696F-85B0361EEE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30" name="Graphic 29">
            <a:extLst>
              <a:ext uri="{FF2B5EF4-FFF2-40B4-BE49-F238E27FC236}">
                <a16:creationId xmlns:a16="http://schemas.microsoft.com/office/drawing/2014/main" id="{506114DE-D356-226A-B3E2-4CB826B4CC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341914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80325" y="637365"/>
            <a:ext cx="3467675" cy="1527048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880325" y="2306316"/>
            <a:ext cx="3467675" cy="37197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Date Placeholder 3">
            <a:extLst>
              <a:ext uri="{FF2B5EF4-FFF2-40B4-BE49-F238E27FC236}">
                <a16:creationId xmlns:a16="http://schemas.microsoft.com/office/drawing/2014/main" id="{8A6A95A3-5086-2A79-17F4-9D73C9A06D3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altLang="zh-CN"/>
              <a:t>03/12/2025</a:t>
            </a:r>
            <a:fld id="{EEE6A364-A39C-470E-B89A-9BD899585684}" type="datetime1">
              <a:rPr lang="en-US" smtClean="0"/>
              <a:t>1/9/2026</a:t>
            </a:fld>
            <a:endParaRPr lang="en-US"/>
          </a:p>
        </p:txBody>
      </p:sp>
      <p:sp>
        <p:nvSpPr>
          <p:cNvPr id="27" name="Footer Placeholder 4">
            <a:extLst>
              <a:ext uri="{FF2B5EF4-FFF2-40B4-BE49-F238E27FC236}">
                <a16:creationId xmlns:a16="http://schemas.microsoft.com/office/drawing/2014/main" id="{6D783851-A3B1-7B0C-0C6B-CB90D0A522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81DD9F58-84DD-B624-EC60-B6671874D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87717" y="622570"/>
            <a:ext cx="7096427" cy="5403509"/>
          </a:xfrm>
        </p:spPr>
        <p:txBody>
          <a:bodyPr/>
          <a:lstStyle/>
          <a:p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01F453BA-8989-FBE8-49E1-BC7D9B636E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9090F2D0-D223-75E7-CD39-6A8597908F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402639BB-EF7B-A963-6B6B-68A497069D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482FA05F-FFFD-06CA-78EB-0133A9843A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6D71139E-3769-21AF-EBA8-2AA6B97DB0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6C663A07-67B9-A9DB-8B74-97AE730E88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30" name="Graphic 29">
            <a:extLst>
              <a:ext uri="{FF2B5EF4-FFF2-40B4-BE49-F238E27FC236}">
                <a16:creationId xmlns:a16="http://schemas.microsoft.com/office/drawing/2014/main" id="{32C039CC-1C82-E6EE-79B4-5EAC869259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461202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3998" y="4509559"/>
            <a:ext cx="4579339" cy="1516522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691351" y="4508939"/>
            <a:ext cx="5651393" cy="1516522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buFont typeface="Arial" panose="020B0604020202020204" pitchFamily="34" charset="0"/>
              <a:buNone/>
              <a:defRPr sz="1400"/>
            </a:lvl1pPr>
            <a:lvl2pPr marL="228600" indent="0">
              <a:lnSpc>
                <a:spcPct val="120000"/>
              </a:lnSpc>
              <a:buFont typeface="Arial" panose="020B0604020202020204" pitchFamily="34" charset="0"/>
              <a:buNone/>
              <a:defRPr sz="1200"/>
            </a:lvl2pPr>
            <a:lvl3pPr marL="457200" indent="0">
              <a:lnSpc>
                <a:spcPct val="120000"/>
              </a:lnSpc>
              <a:buFont typeface="Arial" panose="020B0604020202020204" pitchFamily="34" charset="0"/>
              <a:buNone/>
              <a:defRPr sz="1100"/>
            </a:lvl3pPr>
            <a:lvl4pPr marL="685800" indent="0">
              <a:lnSpc>
                <a:spcPct val="120000"/>
              </a:lnSpc>
              <a:buFont typeface="Arial" panose="020B0604020202020204" pitchFamily="34" charset="0"/>
              <a:buNone/>
              <a:defRPr sz="1050"/>
            </a:lvl4pPr>
            <a:lvl5pPr marL="914400" indent="0">
              <a:lnSpc>
                <a:spcPct val="120000"/>
              </a:lnSpc>
              <a:buFont typeface="Arial" panose="020B0604020202020204" pitchFamily="34" charset="0"/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03/12/2025</a:t>
            </a:r>
            <a:fld id="{ADC8C146-0A20-4029-98D5-9A42EEDF8B24}" type="datetime1">
              <a:rPr lang="en-US" smtClean="0"/>
              <a:t>1/9/2026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831919"/>
            <a:ext cx="10504001" cy="3472067"/>
          </a:xfrm>
        </p:spPr>
        <p:txBody>
          <a:bodyPr/>
          <a:lstStyle/>
          <a:p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A8FE1CE6-36FA-9B4B-CA09-3A3343ACA9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DA06CCBD-6450-8523-1CA9-7D9C7318B9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9625484A-C309-D781-945E-6A34DC1991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2783AC34-9B3A-77D8-52FC-443B7CA67F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6DB06BD7-FE0A-EBB9-71EB-96E567385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29BDA811-33B9-36E2-13FF-66C627F924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B61A9032-0DE8-B9F9-E3C2-DEBEAA55C9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05270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3999" y="3785800"/>
            <a:ext cx="2953618" cy="2240280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604936F2-32A5-190F-887B-879DF7952D3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38601" y="3785181"/>
            <a:ext cx="7304144" cy="2240280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buFont typeface="Arial" panose="020B0604020202020204" pitchFamily="34" charset="0"/>
              <a:buNone/>
              <a:defRPr sz="1400"/>
            </a:lvl1pPr>
            <a:lvl2pPr marL="228600" indent="0">
              <a:lnSpc>
                <a:spcPct val="120000"/>
              </a:lnSpc>
              <a:buFont typeface="Arial" panose="020B0604020202020204" pitchFamily="34" charset="0"/>
              <a:buNone/>
              <a:defRPr sz="1200"/>
            </a:lvl2pPr>
            <a:lvl3pPr marL="457200" indent="0">
              <a:lnSpc>
                <a:spcPct val="120000"/>
              </a:lnSpc>
              <a:buFont typeface="Arial" panose="020B0604020202020204" pitchFamily="34" charset="0"/>
              <a:buNone/>
              <a:defRPr sz="1100"/>
            </a:lvl3pPr>
            <a:lvl4pPr marL="685800" indent="0">
              <a:lnSpc>
                <a:spcPct val="120000"/>
              </a:lnSpc>
              <a:buFont typeface="Arial" panose="020B0604020202020204" pitchFamily="34" charset="0"/>
              <a:buNone/>
              <a:defRPr sz="1050"/>
            </a:lvl4pPr>
            <a:lvl5pPr marL="914400" indent="0">
              <a:lnSpc>
                <a:spcPct val="120000"/>
              </a:lnSpc>
              <a:buFont typeface="Arial" panose="020B0604020202020204" pitchFamily="34" charset="0"/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03/12/2025</a:t>
            </a:r>
            <a:fld id="{87C12A2F-57DF-45DA-A7E9-678FD33267B9}" type="datetime1">
              <a:rPr lang="en-US" smtClean="0"/>
              <a:t>1/9/2026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865938"/>
            <a:ext cx="10504001" cy="2556004"/>
          </a:xfrm>
        </p:spPr>
        <p:txBody>
          <a:bodyPr/>
          <a:lstStyle/>
          <a:p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19E78B0A-21AE-A4BA-12CE-1A340CA1B1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F8096284-8264-DA08-60FA-CA2C8C9B85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193D1D54-96F2-0B29-24E1-866C6CE2D7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632D1B04-36C6-E26D-8F35-A8DECA1034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02397EC7-2F8F-0F68-BFC5-1C90BE82B6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D80D624B-F210-459B-B3CC-D7C3E934D4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0F3E6C33-6B71-C9C2-2AE8-BBE08A92D6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657128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8"/>
            <a:ext cx="2953618" cy="2240279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6CEED542-E774-61A5-5B49-071375A44C8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61249" y="831918"/>
            <a:ext cx="7286751" cy="2240279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buFont typeface="Arial" panose="020B0604020202020204" pitchFamily="34" charset="0"/>
              <a:buNone/>
              <a:defRPr sz="1400"/>
            </a:lvl1pPr>
            <a:lvl2pPr marL="228600" indent="0">
              <a:lnSpc>
                <a:spcPct val="120000"/>
              </a:lnSpc>
              <a:buFont typeface="Arial" panose="020B0604020202020204" pitchFamily="34" charset="0"/>
              <a:buNone/>
              <a:defRPr sz="1200"/>
            </a:lvl2pPr>
            <a:lvl3pPr marL="457200" indent="0">
              <a:lnSpc>
                <a:spcPct val="120000"/>
              </a:lnSpc>
              <a:buFont typeface="Arial" panose="020B0604020202020204" pitchFamily="34" charset="0"/>
              <a:buNone/>
              <a:defRPr sz="1100"/>
            </a:lvl3pPr>
            <a:lvl4pPr marL="685800" indent="0">
              <a:lnSpc>
                <a:spcPct val="120000"/>
              </a:lnSpc>
              <a:buFont typeface="Arial" panose="020B0604020202020204" pitchFamily="34" charset="0"/>
              <a:buNone/>
              <a:defRPr sz="1050"/>
            </a:lvl4pPr>
            <a:lvl5pPr marL="914400" indent="0">
              <a:lnSpc>
                <a:spcPct val="120000"/>
              </a:lnSpc>
              <a:buFont typeface="Arial" panose="020B0604020202020204" pitchFamily="34" charset="0"/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0D3D2F-469D-F760-7219-DCE77131FF3A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03/12/2025</a:t>
            </a:r>
            <a:fld id="{C764DE79-268F-4C1A-8933-263129D2AF90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1BB507-1DA8-86E9-368F-BF0F66E2E70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A4446F-D6E1-6A62-7F0D-0180E676873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3310759"/>
            <a:ext cx="10504001" cy="2722852"/>
          </a:xfrm>
        </p:spPr>
        <p:txBody>
          <a:bodyPr/>
          <a:lstStyle/>
          <a:p>
            <a:endParaRPr lang="en-US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55663658-2A72-7914-3399-496F201EC6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10175623-0C8A-E3EF-43D6-B02FB67ECF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D7F26256-51F8-378C-BB92-DDAC2645F7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flipV="1">
            <a:off x="1" y="0"/>
            <a:ext cx="487717" cy="48771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99F4DCD3-D8E4-ACF8-9A03-AB659B11D1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487835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24107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3963" y="858337"/>
            <a:ext cx="10504000" cy="970463"/>
          </a:xfrm>
        </p:spPr>
        <p:txBody>
          <a:bodyPr anchor="ctr"/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049F0A64-A22A-9199-74B3-0965EDE9803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27944" y="2080429"/>
            <a:ext cx="4114800" cy="3945032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buFont typeface="Arial" panose="020B0604020202020204" pitchFamily="34" charset="0"/>
              <a:buNone/>
              <a:defRPr sz="1400"/>
            </a:lvl1pPr>
            <a:lvl2pPr marL="228600" indent="0">
              <a:lnSpc>
                <a:spcPct val="120000"/>
              </a:lnSpc>
              <a:buFont typeface="Arial" panose="020B0604020202020204" pitchFamily="34" charset="0"/>
              <a:buNone/>
              <a:defRPr sz="1200"/>
            </a:lvl2pPr>
            <a:lvl3pPr marL="457200" indent="0">
              <a:lnSpc>
                <a:spcPct val="120000"/>
              </a:lnSpc>
              <a:buFont typeface="Arial" panose="020B0604020202020204" pitchFamily="34" charset="0"/>
              <a:buNone/>
              <a:defRPr sz="1100"/>
            </a:lvl3pPr>
            <a:lvl4pPr marL="685800" indent="0">
              <a:lnSpc>
                <a:spcPct val="120000"/>
              </a:lnSpc>
              <a:buFont typeface="Arial" panose="020B0604020202020204" pitchFamily="34" charset="0"/>
              <a:buNone/>
              <a:defRPr sz="1050"/>
            </a:lvl4pPr>
            <a:lvl5pPr marL="914400" indent="0">
              <a:lnSpc>
                <a:spcPct val="120000"/>
              </a:lnSpc>
              <a:buFont typeface="Arial" panose="020B0604020202020204" pitchFamily="34" charset="0"/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03/12/2025</a:t>
            </a:r>
            <a:fld id="{4766791B-F730-470C-BD5E-FFF8D449589F}" type="datetime1">
              <a:rPr lang="en-US" smtClean="0"/>
              <a:t>1/9/2026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73963" y="2081048"/>
            <a:ext cx="6157458" cy="3945032"/>
          </a:xfrm>
        </p:spPr>
        <p:txBody>
          <a:bodyPr/>
          <a:lstStyle/>
          <a:p>
            <a:endParaRPr lang="en-US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517389FB-898C-ED35-D905-8A087871BD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619C64AD-E09A-CC70-49DC-605622C112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BDB63EDA-C12D-2085-7D24-152F0C7E2A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3B18EDB2-8247-FA9E-E75F-3AC6B135D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26" name="Graphic 25">
            <a:extLst>
              <a:ext uri="{FF2B5EF4-FFF2-40B4-BE49-F238E27FC236}">
                <a16:creationId xmlns:a16="http://schemas.microsoft.com/office/drawing/2014/main" id="{5805ECDF-B724-0A16-9B7D-B88162F685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77361FB2-02C7-BBC5-F352-20C3DDF3EF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28" name="Graphic 27">
            <a:extLst>
              <a:ext uri="{FF2B5EF4-FFF2-40B4-BE49-F238E27FC236}">
                <a16:creationId xmlns:a16="http://schemas.microsoft.com/office/drawing/2014/main" id="{4DB4047E-8912-587E-8C12-4715650F45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463603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52884"/>
            <a:ext cx="4672584" cy="1453896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E83E6B1E-856C-761E-20ED-EC7F64C439B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754255" y="852884"/>
            <a:ext cx="5588489" cy="5172577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buFont typeface="Arial" panose="020B0604020202020204" pitchFamily="34" charset="0"/>
              <a:buNone/>
              <a:defRPr sz="1400"/>
            </a:lvl1pPr>
            <a:lvl2pPr marL="228600" indent="0">
              <a:lnSpc>
                <a:spcPct val="120000"/>
              </a:lnSpc>
              <a:buFont typeface="Arial" panose="020B0604020202020204" pitchFamily="34" charset="0"/>
              <a:buNone/>
              <a:defRPr sz="1200"/>
            </a:lvl2pPr>
            <a:lvl3pPr marL="457200" indent="0">
              <a:lnSpc>
                <a:spcPct val="120000"/>
              </a:lnSpc>
              <a:buFont typeface="Arial" panose="020B0604020202020204" pitchFamily="34" charset="0"/>
              <a:buNone/>
              <a:defRPr sz="1100"/>
            </a:lvl3pPr>
            <a:lvl4pPr marL="685800" indent="0">
              <a:lnSpc>
                <a:spcPct val="120000"/>
              </a:lnSpc>
              <a:buFont typeface="Arial" panose="020B0604020202020204" pitchFamily="34" charset="0"/>
              <a:buNone/>
              <a:defRPr sz="1050"/>
            </a:lvl4pPr>
            <a:lvl5pPr marL="914400" indent="0">
              <a:lnSpc>
                <a:spcPct val="120000"/>
              </a:lnSpc>
              <a:buFont typeface="Arial" panose="020B0604020202020204" pitchFamily="34" charset="0"/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03/12/2025</a:t>
            </a:r>
            <a:fld id="{4E73FE0C-303A-49D2-B22C-9FE8AE7D9EF1}" type="datetime1">
              <a:rPr lang="en-US" smtClean="0"/>
              <a:t>1/9/2026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4000" y="2459420"/>
            <a:ext cx="4672584" cy="3545695"/>
          </a:xfrm>
        </p:spPr>
        <p:txBody>
          <a:bodyPr/>
          <a:lstStyle/>
          <a:p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C8DC550-7CD2-9B08-4701-BB488516AB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4B3449CD-9FD3-44DF-7BBD-D5E0619F50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58AF31DA-8753-E622-581C-DB283F899D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DC5C59C6-A901-602B-BDD4-9BAF10F294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62BCF387-E72A-077A-82D4-E9ACA43899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BC2FF69E-808D-3BA7-BA32-03122031C7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AC89C1CA-BAB8-EC5C-DD4F-3FFEFC6ABE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529315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73725"/>
            <a:ext cx="3657603" cy="1453896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6A3A9E47-84C1-0F06-5130-5630D608E1E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29018" y="873725"/>
            <a:ext cx="6613726" cy="5151736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buFont typeface="Arial" panose="020B0604020202020204" pitchFamily="34" charset="0"/>
              <a:buNone/>
              <a:defRPr sz="1400"/>
            </a:lvl1pPr>
            <a:lvl2pPr marL="228600" indent="0">
              <a:lnSpc>
                <a:spcPct val="120000"/>
              </a:lnSpc>
              <a:buFont typeface="Arial" panose="020B0604020202020204" pitchFamily="34" charset="0"/>
              <a:buNone/>
              <a:defRPr sz="1200"/>
            </a:lvl2pPr>
            <a:lvl3pPr marL="457200" indent="0">
              <a:lnSpc>
                <a:spcPct val="120000"/>
              </a:lnSpc>
              <a:buFont typeface="Arial" panose="020B0604020202020204" pitchFamily="34" charset="0"/>
              <a:buNone/>
              <a:defRPr sz="1100"/>
            </a:lvl3pPr>
            <a:lvl4pPr marL="685800" indent="0">
              <a:lnSpc>
                <a:spcPct val="120000"/>
              </a:lnSpc>
              <a:buFont typeface="Arial" panose="020B0604020202020204" pitchFamily="34" charset="0"/>
              <a:buNone/>
              <a:defRPr sz="1050"/>
            </a:lvl4pPr>
            <a:lvl5pPr marL="914400" indent="0">
              <a:lnSpc>
                <a:spcPct val="120000"/>
              </a:lnSpc>
              <a:buFont typeface="Arial" panose="020B0604020202020204" pitchFamily="34" charset="0"/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03/12/2025</a:t>
            </a:r>
            <a:fld id="{D73859A7-84EB-4384-87AF-59CC16704CF8}" type="datetime1">
              <a:rPr lang="en-US" smtClean="0"/>
              <a:t>1/9/2026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2490951"/>
            <a:ext cx="3657603" cy="3493323"/>
          </a:xfrm>
        </p:spPr>
        <p:txBody>
          <a:bodyPr/>
          <a:lstStyle/>
          <a:p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876BBC0C-AE3D-7F33-ECA6-DA325CBEEA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1CBB3062-0FE3-311A-DB16-A4AC5BB00F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868C3C63-C51F-8998-2B78-CF1E84DEA8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F2069663-791D-0C41-C23F-704A996BA2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E8A285E8-0074-4C53-0161-32F810F4A2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413B49D8-9D1E-3CBD-0012-9BD5F01DC6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5F4C0E9D-5E0E-D6B2-A117-C9C028F2CE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048695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ig Numb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44000" y="831918"/>
            <a:ext cx="10521992" cy="4069265"/>
          </a:xfrm>
        </p:spPr>
        <p:txBody>
          <a:bodyPr anchor="b">
            <a:normAutofit/>
          </a:bodyPr>
          <a:lstStyle>
            <a:lvl1pPr algn="l">
              <a:defRPr sz="23200">
                <a:solidFill>
                  <a:schemeClr val="tx1"/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3999" y="5076496"/>
            <a:ext cx="7559021" cy="949583"/>
          </a:xfrm>
        </p:spPr>
        <p:txBody>
          <a:bodyPr anchor="t">
            <a:normAutofit/>
          </a:bodyPr>
          <a:lstStyle>
            <a:lvl1pPr marL="0" indent="0" algn="l">
              <a:buNone/>
              <a:defRPr sz="2800" cap="none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03/12/2025</a:t>
            </a:r>
            <a:fld id="{E5AD3D17-73C9-402C-91E7-BA73E6829C50}" type="datetime1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714E59AF-4E56-8433-5ADD-D84B9EBE26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3C4970F1-1337-47DC-3F54-E7CADC407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11720629-9BC4-D50F-2A5A-EC2162E80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9FEF815C-7451-721C-BE6F-81331A6C32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72E97084-82E8-85B0-1AF8-0B2ABB4A05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38D9411E-531E-D8A4-3528-9B9877A32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A7354D55-A63D-9FE6-A0BB-729FE047E5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14357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ig Numb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61992" y="831918"/>
            <a:ext cx="10486008" cy="3977825"/>
          </a:xfrm>
        </p:spPr>
        <p:txBody>
          <a:bodyPr anchor="b">
            <a:normAutofit/>
          </a:bodyPr>
          <a:lstStyle>
            <a:lvl1pPr algn="ctr">
              <a:defRPr sz="23200">
                <a:solidFill>
                  <a:schemeClr val="tx1"/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77440" y="4997668"/>
            <a:ext cx="7525512" cy="1028411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 cap="none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03/12/2025</a:t>
            </a:r>
            <a:fld id="{C77A7CDD-9512-40CC-9351-FC0DE186CFBD}" type="datetime1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B627B7D5-1010-9284-BB70-6EDAC1DCC2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C0FF68D4-D953-A3CC-D0E9-645A0C203D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27C2DB90-24CA-5BA1-49C9-452D9C1E35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65D922FD-5439-3303-4828-CD3D4DC50E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1CCCFAA4-F50D-2103-1E45-76DF3740B0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CFD81AB8-788D-3723-878E-E11073F9DD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F810EF05-1BE1-3431-A6A7-C0E36FB905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9346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Number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93814EA-F598-EBFD-83D1-6782D7CBB5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F4F8927-891C-4D7A-C2D3-6EB5EF6712F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61992" y="831918"/>
            <a:ext cx="10486008" cy="3977825"/>
          </a:xfrm>
        </p:spPr>
        <p:txBody>
          <a:bodyPr anchor="b">
            <a:normAutofit/>
          </a:bodyPr>
          <a:lstStyle>
            <a:lvl1pPr algn="ctr">
              <a:defRPr sz="23200">
                <a:solidFill>
                  <a:schemeClr val="tx1"/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0489314B-CDC1-7F7E-C4DD-AAC0E5222B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77440" y="4997668"/>
            <a:ext cx="7525512" cy="1028411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 cap="none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03/12/2025</a:t>
            </a:r>
            <a:fld id="{483EFCC7-B7E8-4ABE-BBCB-C75FD27800CD}" type="datetime1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8E99374-A738-EA53-1892-F88330FFCE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C4514DFC-1CE8-3609-FB4A-A83AF7B1F7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38DD3A36-7124-39C9-A592-3C13645588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016BA819-06E0-77DF-3340-448C2C46F8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A72637AF-5275-0C2A-7089-F3A5FEB7A7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326CFB9C-CB5A-56C0-E486-C9720CD7DB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C1B51465-11E5-1EC2-AAD8-9DAB841FDA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71290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30936"/>
            <a:ext cx="8266176" cy="5605272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5400" b="1"/>
            </a:lvl1pPr>
            <a:lvl2pPr marL="228600" indent="0">
              <a:lnSpc>
                <a:spcPct val="100000"/>
              </a:lnSpc>
              <a:buNone/>
              <a:defRPr sz="4800" b="1"/>
            </a:lvl2pPr>
            <a:lvl3pPr marL="457200" indent="0">
              <a:lnSpc>
                <a:spcPct val="100000"/>
              </a:lnSpc>
              <a:buNone/>
              <a:defRPr sz="44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03/12/2025</a:t>
            </a:r>
            <a:fld id="{F140A1F3-DA5D-4F2E-B759-748FF8D0ACA9}" type="datetime1">
              <a:rPr lang="en-US" smtClean="0"/>
              <a:t>1/9/2026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Graphic 8">
            <a:extLst>
              <a:ext uri="{FF2B5EF4-FFF2-40B4-BE49-F238E27FC236}">
                <a16:creationId xmlns:a16="http://schemas.microsoft.com/office/drawing/2014/main" id="{1684D816-B102-5401-9CCE-23B9623587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46087" y="1934207"/>
            <a:ext cx="1245913" cy="1245913"/>
          </a:xfrm>
          <a:prstGeom prst="rect">
            <a:avLst/>
          </a:prstGeom>
        </p:spPr>
      </p:pic>
      <p:pic>
        <p:nvPicPr>
          <p:cNvPr id="8" name="Graphic 11">
            <a:extLst>
              <a:ext uri="{FF2B5EF4-FFF2-40B4-BE49-F238E27FC236}">
                <a16:creationId xmlns:a16="http://schemas.microsoft.com/office/drawing/2014/main" id="{E0789251-01AA-D845-3EE4-4F300A2DAE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0946087" y="3179534"/>
            <a:ext cx="1245913" cy="1245913"/>
          </a:xfrm>
          <a:prstGeom prst="rect">
            <a:avLst/>
          </a:prstGeom>
        </p:spPr>
      </p:pic>
      <p:pic>
        <p:nvPicPr>
          <p:cNvPr id="9" name="Graphic 12">
            <a:extLst>
              <a:ext uri="{FF2B5EF4-FFF2-40B4-BE49-F238E27FC236}">
                <a16:creationId xmlns:a16="http://schemas.microsoft.com/office/drawing/2014/main" id="{1B4F42C8-06E1-E637-8E75-4972C51643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10944739" y="4426951"/>
            <a:ext cx="1245913" cy="1245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031302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929384"/>
            <a:ext cx="8266176" cy="4142232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03/12/2025</a:t>
            </a:r>
            <a:fld id="{301B1322-4C31-4D1F-88B1-5F79F56892AE}" type="datetime1">
              <a:rPr lang="en-US" smtClean="0"/>
              <a:t>1/9/2026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Graphic 8">
            <a:extLst>
              <a:ext uri="{FF2B5EF4-FFF2-40B4-BE49-F238E27FC236}">
                <a16:creationId xmlns:a16="http://schemas.microsoft.com/office/drawing/2014/main" id="{87AB0AED-4C81-E06F-3067-D2D3794F27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46087" y="1934207"/>
            <a:ext cx="1245913" cy="1245913"/>
          </a:xfrm>
          <a:prstGeom prst="rect">
            <a:avLst/>
          </a:prstGeom>
        </p:spPr>
      </p:pic>
      <p:pic>
        <p:nvPicPr>
          <p:cNvPr id="8" name="Graphic 11">
            <a:extLst>
              <a:ext uri="{FF2B5EF4-FFF2-40B4-BE49-F238E27FC236}">
                <a16:creationId xmlns:a16="http://schemas.microsoft.com/office/drawing/2014/main" id="{B84CA5D9-F189-9C22-0449-9C323DBB9C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0946087" y="3179534"/>
            <a:ext cx="1245913" cy="1245913"/>
          </a:xfrm>
          <a:prstGeom prst="rect">
            <a:avLst/>
          </a:prstGeom>
        </p:spPr>
      </p:pic>
      <p:pic>
        <p:nvPicPr>
          <p:cNvPr id="9" name="Graphic 12">
            <a:extLst>
              <a:ext uri="{FF2B5EF4-FFF2-40B4-BE49-F238E27FC236}">
                <a16:creationId xmlns:a16="http://schemas.microsoft.com/office/drawing/2014/main" id="{D9B5731C-992B-4C34-E6F0-8D81C81FB9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10944739" y="4426951"/>
            <a:ext cx="1245913" cy="1245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67263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548640"/>
            <a:ext cx="8266176" cy="560527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03/12/2025</a:t>
            </a:r>
            <a:fld id="{507735E4-737B-43D4-B991-92C3D63DE68F}" type="datetime1">
              <a:rPr lang="en-US" smtClean="0"/>
              <a:t>1/9/2026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Graphic 8">
            <a:extLst>
              <a:ext uri="{FF2B5EF4-FFF2-40B4-BE49-F238E27FC236}">
                <a16:creationId xmlns:a16="http://schemas.microsoft.com/office/drawing/2014/main" id="{3A74964A-91B0-A108-B8C0-1EE35AFC51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46087" y="1308847"/>
            <a:ext cx="1245913" cy="1245913"/>
          </a:xfrm>
          <a:prstGeom prst="rect">
            <a:avLst/>
          </a:prstGeom>
        </p:spPr>
      </p:pic>
      <p:pic>
        <p:nvPicPr>
          <p:cNvPr id="8" name="Graphic 9">
            <a:extLst>
              <a:ext uri="{FF2B5EF4-FFF2-40B4-BE49-F238E27FC236}">
                <a16:creationId xmlns:a16="http://schemas.microsoft.com/office/drawing/2014/main" id="{E989C61D-D7CA-4D72-35AD-A247104E9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00174" y="1308847"/>
            <a:ext cx="1245913" cy="1245913"/>
          </a:xfrm>
          <a:prstGeom prst="rect">
            <a:avLst/>
          </a:prstGeom>
        </p:spPr>
      </p:pic>
      <p:pic>
        <p:nvPicPr>
          <p:cNvPr id="9" name="Graphic 11">
            <a:extLst>
              <a:ext uri="{FF2B5EF4-FFF2-40B4-BE49-F238E27FC236}">
                <a16:creationId xmlns:a16="http://schemas.microsoft.com/office/drawing/2014/main" id="{31535262-ADBD-4BF5-5CBD-E378EE090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V="1">
            <a:off x="10946087" y="2554174"/>
            <a:ext cx="1245913" cy="1245913"/>
          </a:xfrm>
          <a:prstGeom prst="rect">
            <a:avLst/>
          </a:prstGeom>
        </p:spPr>
      </p:pic>
      <p:pic>
        <p:nvPicPr>
          <p:cNvPr id="10" name="Graphic 12">
            <a:extLst>
              <a:ext uri="{FF2B5EF4-FFF2-40B4-BE49-F238E27FC236}">
                <a16:creationId xmlns:a16="http://schemas.microsoft.com/office/drawing/2014/main" id="{7DED0408-8F9F-1C77-AD64-2A8CD51C26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10944739" y="3801591"/>
            <a:ext cx="1245913" cy="1245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979276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Quot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99616" y="1188720"/>
            <a:ext cx="9198864" cy="3657600"/>
          </a:xfrm>
        </p:spPr>
        <p:txBody>
          <a:bodyPr anchor="ctr">
            <a:normAutofit/>
          </a:bodyPr>
          <a:lstStyle>
            <a:lvl1pPr algn="l">
              <a:lnSpc>
                <a:spcPct val="100000"/>
              </a:lnSpc>
              <a:defRPr sz="4000" b="0"/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99616" y="5428752"/>
            <a:ext cx="9198864" cy="466344"/>
          </a:xfrm>
        </p:spPr>
        <p:txBody>
          <a:bodyPr anchor="ctr">
            <a:normAutofit/>
          </a:bodyPr>
          <a:lstStyle>
            <a:lvl1pPr marL="0" indent="0" algn="l">
              <a:buNone/>
              <a:defRPr sz="22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Quote Author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03/12/2025</a:t>
            </a:r>
            <a:fld id="{4D63035D-22A0-4334-A9AE-2457016C8B47}" type="datetime1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7CFE8994-80BE-DFC8-34A5-2AE8DB9CCC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B588AB6E-E61E-1026-BE32-1FB81E8F5E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19663F6B-5067-70C5-95CA-A2A5DE1DF3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F5DC1CA5-EF73-66D1-C46C-7A4E0AD50E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33DA6A84-DAF5-3FE5-1928-530F780246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142561CA-ACE2-EF56-C1CF-CE4A8BD494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8217A2F6-037A-4215-74C5-B4D964E007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7682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Quot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CE66BBE-3119-84C9-214F-FCCB3DF5A6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99616" y="1344168"/>
            <a:ext cx="9198864" cy="3291840"/>
          </a:xfrm>
        </p:spPr>
        <p:txBody>
          <a:bodyPr anchor="ctr">
            <a:normAutofit/>
          </a:bodyPr>
          <a:lstStyle>
            <a:lvl1pPr algn="l">
              <a:lnSpc>
                <a:spcPct val="100000"/>
              </a:lnSpc>
              <a:defRPr sz="4000" b="0"/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99616" y="5349240"/>
            <a:ext cx="9198864" cy="466344"/>
          </a:xfrm>
        </p:spPr>
        <p:txBody>
          <a:bodyPr anchor="ctr">
            <a:normAutofit/>
          </a:bodyPr>
          <a:lstStyle>
            <a:lvl1pPr marL="0" indent="0" algn="l">
              <a:buNone/>
              <a:defRPr sz="2200" b="1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Quote Author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03/12/2025</a:t>
            </a:r>
            <a:fld id="{29247CA6-BC1D-429A-A289-4E939E49554A}" type="datetime1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27381AD6-F317-CA3F-45B1-FC96300867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79ADC343-235C-C926-B954-EED3698AF9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AF8D5126-805B-211E-AFC5-039ADAAFAB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BCE22C3F-3E65-0248-52FB-89AF760DAC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6D2E9179-DA9C-6FA5-B335-D81F71D601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D5465714-9323-8917-F38B-F6BAC69978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AAB70DA3-14D0-B7DB-0156-9BC54EE79B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05175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44000" y="1234440"/>
            <a:ext cx="8961120" cy="3169920"/>
          </a:xfrm>
        </p:spPr>
        <p:txBody>
          <a:bodyPr anchor="ctr">
            <a:normAutofit/>
          </a:bodyPr>
          <a:lstStyle>
            <a:lvl1pPr algn="l">
              <a:lnSpc>
                <a:spcPct val="100000"/>
              </a:lnSpc>
              <a:defRPr sz="4400" b="0"/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41793" y="5540026"/>
            <a:ext cx="8961120" cy="466344"/>
          </a:xfrm>
        </p:spPr>
        <p:txBody>
          <a:bodyPr anchor="ctr">
            <a:normAutofit/>
          </a:bodyPr>
          <a:lstStyle>
            <a:lvl1pPr marL="0" indent="0" algn="l">
              <a:buNone/>
              <a:defRPr sz="2200" b="1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Quote Author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03/12/2025</a:t>
            </a:r>
            <a:fld id="{DF8418BD-2BA9-41CB-AB89-625779A7563D}" type="datetime1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7465D28C-A715-BFE2-8573-A9ED3B5FFC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0" y="5928084"/>
            <a:ext cx="465067" cy="465067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3A656C4D-89A6-9A95-6CA0-241D2C17AB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6392932"/>
            <a:ext cx="465067" cy="465067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54266E04-985B-0222-95A1-B7FD6D177D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216564" y="1"/>
            <a:ext cx="487717" cy="48771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0F74ACD7-D908-904B-745C-6E74045542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H="1" flipV="1">
            <a:off x="11704281" y="487489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CEA4D691-FEFC-FC58-4F42-EEE8EE5B49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704281" y="1"/>
            <a:ext cx="487717" cy="487717"/>
          </a:xfrm>
          <a:prstGeom prst="rect">
            <a:avLst/>
          </a:prstGeom>
        </p:spPr>
      </p:pic>
      <p:pic>
        <p:nvPicPr>
          <p:cNvPr id="26" name="Graphic 25">
            <a:extLst>
              <a:ext uri="{FF2B5EF4-FFF2-40B4-BE49-F238E27FC236}">
                <a16:creationId xmlns:a16="http://schemas.microsoft.com/office/drawing/2014/main" id="{DE422EC8-670F-4DF0-04EA-DB66987808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04282" y="975324"/>
            <a:ext cx="487717" cy="487717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660DF12D-338B-3E41-EAF5-BCC80225B9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H="1">
            <a:off x="10728847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77609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1919"/>
            <a:ext cx="10515600" cy="1132258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DC103C-4E45-07FA-2734-5BAE2624DC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2147455"/>
            <a:ext cx="5181600" cy="387862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8F1ED9-CE64-0191-F909-FDC002A745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200" y="2147455"/>
            <a:ext cx="5181600" cy="387862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03/12/2025</a:t>
            </a:r>
            <a:fld id="{9E765B10-D26A-480A-9509-A9831C5E60D8}" type="datetime1">
              <a:rPr lang="en-US" smtClean="0"/>
              <a:t>1/9/2026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1E901B02-32C1-6EAF-B1D5-CE2E61E428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A776D115-AFF2-5D78-E188-8F879F0DF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D6B1A637-EB28-3282-C754-36C1C52BA4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4D121987-C323-50F2-DF08-9FEA5CFACC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8DC9F9FF-2248-995C-A64C-DE9E5F87C2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AF32927E-C66D-C6A6-2327-8385FE0352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9D8222AC-D8DB-FEC9-4B0B-102A18B550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444247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6374" y="838988"/>
            <a:ext cx="10461626" cy="1143292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4000" y="21429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86E5640-DE07-46FE-2EFB-FCD8C5238D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44000" y="2844801"/>
            <a:ext cx="5157788" cy="31742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64812" y="21429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0D5795C-6228-AA6F-1CF7-AD7010686B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64812" y="2844801"/>
            <a:ext cx="5183188" cy="31742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Date Placeholder 4">
            <a:extLst>
              <a:ext uri="{FF2B5EF4-FFF2-40B4-BE49-F238E27FC236}">
                <a16:creationId xmlns:a16="http://schemas.microsoft.com/office/drawing/2014/main" id="{150CB3CF-C807-87B4-FD22-2943BADE12C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altLang="zh-CN"/>
              <a:t>03/12/2025</a:t>
            </a:r>
            <a:fld id="{9E765B10-D26A-480A-9509-A9831C5E60D8}" type="datetime1">
              <a:rPr lang="en-US" smtClean="0"/>
              <a:t>1/9/2026</a:t>
            </a:fld>
            <a:endParaRPr lang="en-US"/>
          </a:p>
        </p:txBody>
      </p:sp>
      <p:sp>
        <p:nvSpPr>
          <p:cNvPr id="29" name="Footer Placeholder 5">
            <a:extLst>
              <a:ext uri="{FF2B5EF4-FFF2-40B4-BE49-F238E27FC236}">
                <a16:creationId xmlns:a16="http://schemas.microsoft.com/office/drawing/2014/main" id="{F815F8B4-3228-AEE1-65FF-49B839035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0" name="Slide Number Placeholder 6">
            <a:extLst>
              <a:ext uri="{FF2B5EF4-FFF2-40B4-BE49-F238E27FC236}">
                <a16:creationId xmlns:a16="http://schemas.microsoft.com/office/drawing/2014/main" id="{3210DB70-CFB0-93CF-30A9-FF06FFA76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FA8B292C-78EE-3F3A-1824-BA23FD3ACB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4AF94155-1E62-D8F2-D985-479A809DF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19881DA4-226B-58EF-0C10-A6284D7A1C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53E5DF6D-D95D-74BC-584D-F117AC064F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01AA33A2-21CD-D149-412C-A9C84BAD10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7FC076E3-7993-4915-413F-1DC366BFE6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324917FE-3BB3-F1A2-3202-1189FD0CBF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917318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tr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6EE18BD7-769F-0BB3-850B-EBE7D69E7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77A5430C-4BDE-80B7-ABA6-A02B3F5CE9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864091E6-49B4-2A0B-C6B7-6CC46B68B1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56770745-D090-ADEE-CD92-E988A3FC5F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E4CF0899-CB0D-7779-C4A8-B65BCA91CC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B676EC6E-099C-E5CE-4E22-F8B0844FE7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DE00C827-4B9B-D125-BA74-FE3BA01CA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  <p:sp>
        <p:nvSpPr>
          <p:cNvPr id="7" name="Freeform: Shape 10">
            <a:extLst>
              <a:ext uri="{FF2B5EF4-FFF2-40B4-BE49-F238E27FC236}">
                <a16:creationId xmlns:a16="http://schemas.microsoft.com/office/drawing/2014/main" id="{F81EB496-2EA2-EF7A-70F7-A84E461062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4956259" y="2726303"/>
            <a:ext cx="1025765" cy="1025764"/>
          </a:xfrm>
          <a:custGeom>
            <a:avLst/>
            <a:gdLst>
              <a:gd name="connsiteX0" fmla="*/ 622005 w 1244009"/>
              <a:gd name="connsiteY0" fmla="*/ 0 h 1244009"/>
              <a:gd name="connsiteX1" fmla="*/ 1244009 w 1244009"/>
              <a:gd name="connsiteY1" fmla="*/ 0 h 1244009"/>
              <a:gd name="connsiteX2" fmla="*/ 1244009 w 1244009"/>
              <a:gd name="connsiteY2" fmla="*/ 621995 h 1244009"/>
              <a:gd name="connsiteX3" fmla="*/ 1244009 w 1244009"/>
              <a:gd name="connsiteY3" fmla="*/ 622015 h 1244009"/>
              <a:gd name="connsiteX4" fmla="*/ 1231373 w 1244009"/>
              <a:gd name="connsiteY4" fmla="*/ 747361 h 1244009"/>
              <a:gd name="connsiteX5" fmla="*/ 747361 w 1244009"/>
              <a:gd name="connsiteY5" fmla="*/ 1231373 h 1244009"/>
              <a:gd name="connsiteX6" fmla="*/ 622015 w 1244009"/>
              <a:gd name="connsiteY6" fmla="*/ 1244009 h 1244009"/>
              <a:gd name="connsiteX7" fmla="*/ 621995 w 1244009"/>
              <a:gd name="connsiteY7" fmla="*/ 1244009 h 1244009"/>
              <a:gd name="connsiteX8" fmla="*/ 0 w 1244009"/>
              <a:gd name="connsiteY8" fmla="*/ 1244009 h 1244009"/>
              <a:gd name="connsiteX9" fmla="*/ 0 w 1244009"/>
              <a:gd name="connsiteY9" fmla="*/ 622005 h 1244009"/>
              <a:gd name="connsiteX10" fmla="*/ 622005 w 1244009"/>
              <a:gd name="connsiteY10" fmla="*/ 0 h 1244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44009" h="1244009">
                <a:moveTo>
                  <a:pt x="622005" y="0"/>
                </a:moveTo>
                <a:lnTo>
                  <a:pt x="1244009" y="0"/>
                </a:lnTo>
                <a:lnTo>
                  <a:pt x="1244009" y="621995"/>
                </a:lnTo>
                <a:lnTo>
                  <a:pt x="1244009" y="622015"/>
                </a:lnTo>
                <a:lnTo>
                  <a:pt x="1231373" y="747361"/>
                </a:lnTo>
                <a:cubicBezTo>
                  <a:pt x="1181659" y="990307"/>
                  <a:pt x="990307" y="1181659"/>
                  <a:pt x="747361" y="1231373"/>
                </a:cubicBezTo>
                <a:lnTo>
                  <a:pt x="622015" y="1244009"/>
                </a:lnTo>
                <a:lnTo>
                  <a:pt x="621995" y="1244009"/>
                </a:lnTo>
                <a:lnTo>
                  <a:pt x="0" y="1244009"/>
                </a:lnTo>
                <a:lnTo>
                  <a:pt x="0" y="622005"/>
                </a:lnTo>
                <a:cubicBezTo>
                  <a:pt x="0" y="278481"/>
                  <a:pt x="278481" y="0"/>
                  <a:pt x="622005" y="0"/>
                </a:cubicBezTo>
                <a:close/>
              </a:path>
            </a:pathLst>
          </a:cu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2600">
              <a:solidFill>
                <a:schemeClr val="tx1"/>
              </a:solidFill>
            </a:endParaRPr>
          </a:p>
        </p:txBody>
      </p:sp>
      <p:sp>
        <p:nvSpPr>
          <p:cNvPr id="8" name="Freeform: Shape35">
            <a:extLst>
              <a:ext uri="{FF2B5EF4-FFF2-40B4-BE49-F238E27FC236}">
                <a16:creationId xmlns:a16="http://schemas.microsoft.com/office/drawing/2014/main" id="{0F0E22CA-54FC-EF40-45E1-FAA389BF84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956260" y="3984399"/>
            <a:ext cx="1025766" cy="1025767"/>
          </a:xfrm>
          <a:custGeom>
            <a:avLst/>
            <a:gdLst>
              <a:gd name="connsiteX0" fmla="*/ 404303 w 808607"/>
              <a:gd name="connsiteY0" fmla="*/ 0 h 808608"/>
              <a:gd name="connsiteX1" fmla="*/ 404313 w 808607"/>
              <a:gd name="connsiteY1" fmla="*/ 1 h 808608"/>
              <a:gd name="connsiteX2" fmla="*/ 525608 w 808607"/>
              <a:gd name="connsiteY2" fmla="*/ 1 h 808608"/>
              <a:gd name="connsiteX3" fmla="*/ 525619 w 808607"/>
              <a:gd name="connsiteY3" fmla="*/ 0 h 808608"/>
              <a:gd name="connsiteX4" fmla="*/ 525630 w 808607"/>
              <a:gd name="connsiteY4" fmla="*/ 1 h 808608"/>
              <a:gd name="connsiteX5" fmla="*/ 808607 w 808607"/>
              <a:gd name="connsiteY5" fmla="*/ 1 h 808608"/>
              <a:gd name="connsiteX6" fmla="*/ 808607 w 808607"/>
              <a:gd name="connsiteY6" fmla="*/ 249843 h 808608"/>
              <a:gd name="connsiteX7" fmla="*/ 808607 w 808607"/>
              <a:gd name="connsiteY7" fmla="*/ 404304 h 808608"/>
              <a:gd name="connsiteX8" fmla="*/ 808604 w 808607"/>
              <a:gd name="connsiteY8" fmla="*/ 404267 h 808608"/>
              <a:gd name="connsiteX9" fmla="*/ 803948 w 808607"/>
              <a:gd name="connsiteY9" fmla="*/ 342732 h 808608"/>
              <a:gd name="connsiteX10" fmla="*/ 801197 w 808607"/>
              <a:gd name="connsiteY10" fmla="*/ 330797 h 808608"/>
              <a:gd name="connsiteX11" fmla="*/ 800393 w 808607"/>
              <a:gd name="connsiteY11" fmla="*/ 322823 h 808608"/>
              <a:gd name="connsiteX12" fmla="*/ 797874 w 808607"/>
              <a:gd name="connsiteY12" fmla="*/ 314706 h 808608"/>
              <a:gd name="connsiteX13" fmla="*/ 797654 w 808607"/>
              <a:gd name="connsiteY13" fmla="*/ 315423 h 808608"/>
              <a:gd name="connsiteX14" fmla="*/ 801197 w 808607"/>
              <a:gd name="connsiteY14" fmla="*/ 330797 h 808608"/>
              <a:gd name="connsiteX15" fmla="*/ 808604 w 808607"/>
              <a:gd name="connsiteY15" fmla="*/ 404267 h 808608"/>
              <a:gd name="connsiteX16" fmla="*/ 808606 w 808607"/>
              <a:gd name="connsiteY16" fmla="*/ 404303 h 808608"/>
              <a:gd name="connsiteX17" fmla="*/ 404303 w 808607"/>
              <a:gd name="connsiteY17" fmla="*/ 808606 h 808608"/>
              <a:gd name="connsiteX18" fmla="*/ 404267 w 808607"/>
              <a:gd name="connsiteY18" fmla="*/ 808604 h 808608"/>
              <a:gd name="connsiteX19" fmla="*/ 342601 w 808607"/>
              <a:gd name="connsiteY19" fmla="*/ 802387 h 808608"/>
              <a:gd name="connsiteX20" fmla="*/ 340020 w 808607"/>
              <a:gd name="connsiteY20" fmla="*/ 803148 h 808608"/>
              <a:gd name="connsiteX21" fmla="*/ 339484 w 808607"/>
              <a:gd name="connsiteY21" fmla="*/ 803199 h 808608"/>
              <a:gd name="connsiteX22" fmla="*/ 342732 w 808607"/>
              <a:gd name="connsiteY22" fmla="*/ 803948 h 808608"/>
              <a:gd name="connsiteX23" fmla="*/ 404267 w 808607"/>
              <a:gd name="connsiteY23" fmla="*/ 808604 h 808608"/>
              <a:gd name="connsiteX24" fmla="*/ 404304 w 808607"/>
              <a:gd name="connsiteY24" fmla="*/ 808607 h 808608"/>
              <a:gd name="connsiteX25" fmla="*/ 282999 w 808607"/>
              <a:gd name="connsiteY25" fmla="*/ 808607 h 808608"/>
              <a:gd name="connsiteX26" fmla="*/ 282988 w 808607"/>
              <a:gd name="connsiteY26" fmla="*/ 808608 h 808608"/>
              <a:gd name="connsiteX27" fmla="*/ 282978 w 808607"/>
              <a:gd name="connsiteY27" fmla="*/ 808607 h 808608"/>
              <a:gd name="connsiteX28" fmla="*/ 1 w 808607"/>
              <a:gd name="connsiteY28" fmla="*/ 808607 h 808608"/>
              <a:gd name="connsiteX29" fmla="*/ 1 w 808607"/>
              <a:gd name="connsiteY29" fmla="*/ 539845 h 808608"/>
              <a:gd name="connsiteX30" fmla="*/ 0 w 808607"/>
              <a:gd name="connsiteY30" fmla="*/ 539835 h 808608"/>
              <a:gd name="connsiteX31" fmla="*/ 1 w 808607"/>
              <a:gd name="connsiteY31" fmla="*/ 539824 h 808608"/>
              <a:gd name="connsiteX32" fmla="*/ 1 w 808607"/>
              <a:gd name="connsiteY32" fmla="*/ 404313 h 808608"/>
              <a:gd name="connsiteX33" fmla="*/ 0 w 808607"/>
              <a:gd name="connsiteY33" fmla="*/ 404303 h 808608"/>
              <a:gd name="connsiteX34" fmla="*/ 404303 w 808607"/>
              <a:gd name="connsiteY34" fmla="*/ 0 h 808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808607" h="808608">
                <a:moveTo>
                  <a:pt x="404303" y="0"/>
                </a:moveTo>
                <a:lnTo>
                  <a:pt x="404313" y="1"/>
                </a:lnTo>
                <a:lnTo>
                  <a:pt x="525608" y="1"/>
                </a:lnTo>
                <a:lnTo>
                  <a:pt x="525619" y="0"/>
                </a:lnTo>
                <a:lnTo>
                  <a:pt x="525630" y="1"/>
                </a:lnTo>
                <a:lnTo>
                  <a:pt x="808607" y="1"/>
                </a:lnTo>
                <a:lnTo>
                  <a:pt x="808607" y="249843"/>
                </a:lnTo>
                <a:lnTo>
                  <a:pt x="808607" y="404304"/>
                </a:lnTo>
                <a:lnTo>
                  <a:pt x="808604" y="404267"/>
                </a:lnTo>
                <a:lnTo>
                  <a:pt x="803948" y="342732"/>
                </a:lnTo>
                <a:lnTo>
                  <a:pt x="801197" y="330797"/>
                </a:lnTo>
                <a:lnTo>
                  <a:pt x="800393" y="322823"/>
                </a:lnTo>
                <a:lnTo>
                  <a:pt x="797874" y="314706"/>
                </a:lnTo>
                <a:lnTo>
                  <a:pt x="797654" y="315423"/>
                </a:lnTo>
                <a:lnTo>
                  <a:pt x="801197" y="330797"/>
                </a:lnTo>
                <a:lnTo>
                  <a:pt x="808604" y="404267"/>
                </a:lnTo>
                <a:lnTo>
                  <a:pt x="808606" y="404303"/>
                </a:lnTo>
                <a:cubicBezTo>
                  <a:pt x="808606" y="627593"/>
                  <a:pt x="627593" y="808606"/>
                  <a:pt x="404303" y="808606"/>
                </a:cubicBezTo>
                <a:lnTo>
                  <a:pt x="404267" y="808604"/>
                </a:lnTo>
                <a:lnTo>
                  <a:pt x="342601" y="802387"/>
                </a:lnTo>
                <a:lnTo>
                  <a:pt x="340020" y="803148"/>
                </a:lnTo>
                <a:lnTo>
                  <a:pt x="339484" y="803199"/>
                </a:lnTo>
                <a:lnTo>
                  <a:pt x="342732" y="803948"/>
                </a:lnTo>
                <a:lnTo>
                  <a:pt x="404267" y="808604"/>
                </a:lnTo>
                <a:lnTo>
                  <a:pt x="404304" y="808607"/>
                </a:lnTo>
                <a:lnTo>
                  <a:pt x="282999" y="808607"/>
                </a:lnTo>
                <a:lnTo>
                  <a:pt x="282988" y="808608"/>
                </a:lnTo>
                <a:lnTo>
                  <a:pt x="282978" y="808607"/>
                </a:lnTo>
                <a:lnTo>
                  <a:pt x="1" y="808607"/>
                </a:lnTo>
                <a:lnTo>
                  <a:pt x="1" y="539845"/>
                </a:lnTo>
                <a:lnTo>
                  <a:pt x="0" y="539835"/>
                </a:lnTo>
                <a:lnTo>
                  <a:pt x="1" y="539824"/>
                </a:lnTo>
                <a:lnTo>
                  <a:pt x="1" y="404313"/>
                </a:lnTo>
                <a:lnTo>
                  <a:pt x="0" y="404303"/>
                </a:lnTo>
                <a:cubicBezTo>
                  <a:pt x="0" y="181013"/>
                  <a:pt x="181013" y="0"/>
                  <a:pt x="404303" y="0"/>
                </a:cubicBezTo>
                <a:close/>
              </a:path>
            </a:pathLst>
          </a:cu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260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2F96F64-8285-9161-00B5-71022EC0D7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209973" y="2726303"/>
            <a:ext cx="1025765" cy="1025764"/>
          </a:xfrm>
          <a:custGeom>
            <a:avLst/>
            <a:gdLst>
              <a:gd name="connsiteX0" fmla="*/ 622005 w 1244009"/>
              <a:gd name="connsiteY0" fmla="*/ 0 h 1244009"/>
              <a:gd name="connsiteX1" fmla="*/ 1244009 w 1244009"/>
              <a:gd name="connsiteY1" fmla="*/ 0 h 1244009"/>
              <a:gd name="connsiteX2" fmla="*/ 1244009 w 1244009"/>
              <a:gd name="connsiteY2" fmla="*/ 621995 h 1244009"/>
              <a:gd name="connsiteX3" fmla="*/ 1244009 w 1244009"/>
              <a:gd name="connsiteY3" fmla="*/ 622015 h 1244009"/>
              <a:gd name="connsiteX4" fmla="*/ 1231373 w 1244009"/>
              <a:gd name="connsiteY4" fmla="*/ 747361 h 1244009"/>
              <a:gd name="connsiteX5" fmla="*/ 747361 w 1244009"/>
              <a:gd name="connsiteY5" fmla="*/ 1231373 h 1244009"/>
              <a:gd name="connsiteX6" fmla="*/ 622015 w 1244009"/>
              <a:gd name="connsiteY6" fmla="*/ 1244009 h 1244009"/>
              <a:gd name="connsiteX7" fmla="*/ 621995 w 1244009"/>
              <a:gd name="connsiteY7" fmla="*/ 1244009 h 1244009"/>
              <a:gd name="connsiteX8" fmla="*/ 0 w 1244009"/>
              <a:gd name="connsiteY8" fmla="*/ 1244009 h 1244009"/>
              <a:gd name="connsiteX9" fmla="*/ 0 w 1244009"/>
              <a:gd name="connsiteY9" fmla="*/ 622005 h 1244009"/>
              <a:gd name="connsiteX10" fmla="*/ 622005 w 1244009"/>
              <a:gd name="connsiteY10" fmla="*/ 0 h 1244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44009" h="1244009">
                <a:moveTo>
                  <a:pt x="622005" y="0"/>
                </a:moveTo>
                <a:lnTo>
                  <a:pt x="1244009" y="0"/>
                </a:lnTo>
                <a:lnTo>
                  <a:pt x="1244009" y="621995"/>
                </a:lnTo>
                <a:lnTo>
                  <a:pt x="1244009" y="622015"/>
                </a:lnTo>
                <a:lnTo>
                  <a:pt x="1231373" y="747361"/>
                </a:lnTo>
                <a:cubicBezTo>
                  <a:pt x="1181659" y="990307"/>
                  <a:pt x="990307" y="1181659"/>
                  <a:pt x="747361" y="1231373"/>
                </a:cubicBezTo>
                <a:lnTo>
                  <a:pt x="622015" y="1244009"/>
                </a:lnTo>
                <a:lnTo>
                  <a:pt x="621995" y="1244009"/>
                </a:lnTo>
                <a:lnTo>
                  <a:pt x="0" y="1244009"/>
                </a:lnTo>
                <a:lnTo>
                  <a:pt x="0" y="622005"/>
                </a:lnTo>
                <a:cubicBezTo>
                  <a:pt x="0" y="278481"/>
                  <a:pt x="278481" y="0"/>
                  <a:pt x="622005" y="0"/>
                </a:cubicBezTo>
                <a:close/>
              </a:path>
            </a:pathLst>
          </a:cu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2600">
              <a:solidFill>
                <a:schemeClr val="tx1"/>
              </a:solidFill>
            </a:endParaRPr>
          </a:p>
        </p:txBody>
      </p:sp>
      <p:sp>
        <p:nvSpPr>
          <p:cNvPr id="10" name="Freeform: Shape 31">
            <a:extLst>
              <a:ext uri="{FF2B5EF4-FFF2-40B4-BE49-F238E27FC236}">
                <a16:creationId xmlns:a16="http://schemas.microsoft.com/office/drawing/2014/main" id="{4BD23242-BBFF-40CA-0A21-F1D49DB2E6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209974" y="3984400"/>
            <a:ext cx="1025766" cy="1025766"/>
          </a:xfrm>
          <a:custGeom>
            <a:avLst/>
            <a:gdLst>
              <a:gd name="connsiteX0" fmla="*/ 808607 w 808607"/>
              <a:gd name="connsiteY0" fmla="*/ 404304 h 808607"/>
              <a:gd name="connsiteX1" fmla="*/ 808607 w 808607"/>
              <a:gd name="connsiteY1" fmla="*/ 808607 h 808607"/>
              <a:gd name="connsiteX2" fmla="*/ 404304 w 808607"/>
              <a:gd name="connsiteY2" fmla="*/ 808607 h 808607"/>
              <a:gd name="connsiteX3" fmla="*/ 808607 w 808607"/>
              <a:gd name="connsiteY3" fmla="*/ 404304 h 808607"/>
              <a:gd name="connsiteX4" fmla="*/ 404303 w 808607"/>
              <a:gd name="connsiteY4" fmla="*/ 0 h 808607"/>
              <a:gd name="connsiteX5" fmla="*/ 808606 w 808607"/>
              <a:gd name="connsiteY5" fmla="*/ 404303 h 808607"/>
              <a:gd name="connsiteX6" fmla="*/ 404303 w 808607"/>
              <a:gd name="connsiteY6" fmla="*/ 808606 h 808607"/>
              <a:gd name="connsiteX7" fmla="*/ 0 w 808607"/>
              <a:gd name="connsiteY7" fmla="*/ 404303 h 808607"/>
              <a:gd name="connsiteX8" fmla="*/ 1 w 808607"/>
              <a:gd name="connsiteY8" fmla="*/ 404293 h 808607"/>
              <a:gd name="connsiteX9" fmla="*/ 1 w 808607"/>
              <a:gd name="connsiteY9" fmla="*/ 1 h 808607"/>
              <a:gd name="connsiteX10" fmla="*/ 404293 w 808607"/>
              <a:gd name="connsiteY10" fmla="*/ 1 h 808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08607" h="808607">
                <a:moveTo>
                  <a:pt x="808607" y="404304"/>
                </a:moveTo>
                <a:lnTo>
                  <a:pt x="808607" y="808607"/>
                </a:lnTo>
                <a:lnTo>
                  <a:pt x="404304" y="808607"/>
                </a:lnTo>
                <a:cubicBezTo>
                  <a:pt x="627594" y="808607"/>
                  <a:pt x="808607" y="627594"/>
                  <a:pt x="808607" y="404304"/>
                </a:cubicBezTo>
                <a:close/>
                <a:moveTo>
                  <a:pt x="404303" y="0"/>
                </a:moveTo>
                <a:cubicBezTo>
                  <a:pt x="627593" y="0"/>
                  <a:pt x="808606" y="181013"/>
                  <a:pt x="808606" y="404303"/>
                </a:cubicBezTo>
                <a:cubicBezTo>
                  <a:pt x="808606" y="627593"/>
                  <a:pt x="627593" y="808606"/>
                  <a:pt x="404303" y="808606"/>
                </a:cubicBezTo>
                <a:cubicBezTo>
                  <a:pt x="181013" y="808606"/>
                  <a:pt x="0" y="627593"/>
                  <a:pt x="0" y="404303"/>
                </a:cubicBezTo>
                <a:lnTo>
                  <a:pt x="1" y="404293"/>
                </a:lnTo>
                <a:lnTo>
                  <a:pt x="1" y="1"/>
                </a:lnTo>
                <a:lnTo>
                  <a:pt x="404293" y="1"/>
                </a:lnTo>
                <a:close/>
              </a:path>
            </a:pathLst>
          </a:cu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260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198" y="500240"/>
            <a:ext cx="11475604" cy="1073476"/>
          </a:xfrm>
        </p:spPr>
        <p:txBody>
          <a:bodyPr lIns="0" tIns="0" r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7" name="Text Placeholder 56">
            <a:extLst>
              <a:ext uri="{FF2B5EF4-FFF2-40B4-BE49-F238E27FC236}">
                <a16:creationId xmlns:a16="http://schemas.microsoft.com/office/drawing/2014/main" id="{9830F67E-FBE0-2088-6BE4-9BCC1B1FFBD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18024" y="3057469"/>
            <a:ext cx="502234" cy="363433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2600">
                <a:solidFill>
                  <a:schemeClr val="tx1"/>
                </a:solidFill>
                <a:latin typeface="+mn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36" name="Text Placeholder 56">
            <a:extLst>
              <a:ext uri="{FF2B5EF4-FFF2-40B4-BE49-F238E27FC236}">
                <a16:creationId xmlns:a16="http://schemas.microsoft.com/office/drawing/2014/main" id="{D2854140-D200-5594-7E7D-D0866E144D8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35198" y="2350267"/>
            <a:ext cx="3827474" cy="619136"/>
          </a:xfrm>
        </p:spPr>
        <p:txBody>
          <a:bodyPr anchor="b">
            <a:noAutofit/>
          </a:bodyPr>
          <a:lstStyle>
            <a:lvl1pPr marL="0" indent="0" algn="r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38" name="Text Placeholder 14">
            <a:extLst>
              <a:ext uri="{FF2B5EF4-FFF2-40B4-BE49-F238E27FC236}">
                <a16:creationId xmlns:a16="http://schemas.microsoft.com/office/drawing/2014/main" id="{9675388B-54EE-44AA-F643-0FC008522E3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35196" y="3167183"/>
            <a:ext cx="3827474" cy="537150"/>
          </a:xfrm>
        </p:spPr>
        <p:txBody>
          <a:bodyPr>
            <a:noAutofit/>
          </a:bodyPr>
          <a:lstStyle>
            <a:lvl1pPr marL="0" indent="0" algn="r">
              <a:lnSpc>
                <a:spcPct val="120000"/>
              </a:lnSpc>
              <a:spcBef>
                <a:spcPts val="0"/>
              </a:spcBef>
              <a:buFontTx/>
              <a:buNone/>
              <a:defRPr sz="1400"/>
            </a:lvl1pPr>
            <a:lvl2pPr marL="457200" indent="0" algn="r">
              <a:lnSpc>
                <a:spcPct val="120000"/>
              </a:lnSpc>
              <a:buFontTx/>
              <a:buNone/>
              <a:defRPr sz="1400"/>
            </a:lvl2pPr>
            <a:lvl3pPr marL="914400" indent="0" algn="r">
              <a:lnSpc>
                <a:spcPct val="120000"/>
              </a:lnSpc>
              <a:buFontTx/>
              <a:buNone/>
              <a:defRPr sz="1400"/>
            </a:lvl3pPr>
            <a:lvl4pPr marL="1371600" indent="0" algn="r">
              <a:lnSpc>
                <a:spcPct val="120000"/>
              </a:lnSpc>
              <a:buFontTx/>
              <a:buNone/>
              <a:defRPr sz="1400"/>
            </a:lvl4pPr>
            <a:lvl5pPr marL="1828800" indent="0" algn="r">
              <a:lnSpc>
                <a:spcPct val="120000"/>
              </a:lnSpc>
              <a:buFontTx/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8" name="Text Placeholder 56">
            <a:extLst>
              <a:ext uri="{FF2B5EF4-FFF2-40B4-BE49-F238E27FC236}">
                <a16:creationId xmlns:a16="http://schemas.microsoft.com/office/drawing/2014/main" id="{63CAAAA2-D3A6-BD24-86E3-C2AA90158BA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471738" y="3057469"/>
            <a:ext cx="502234" cy="363433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2600">
                <a:solidFill>
                  <a:schemeClr val="tx1"/>
                </a:solidFill>
                <a:latin typeface="+mn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39" name="Text Placeholder 56">
            <a:extLst>
              <a:ext uri="{FF2B5EF4-FFF2-40B4-BE49-F238E27FC236}">
                <a16:creationId xmlns:a16="http://schemas.microsoft.com/office/drawing/2014/main" id="{82F99F76-96AA-8979-0D78-AAFA309D066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7629328" y="2350267"/>
            <a:ext cx="3827474" cy="619136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0" name="Text Placeholder 14">
            <a:extLst>
              <a:ext uri="{FF2B5EF4-FFF2-40B4-BE49-F238E27FC236}">
                <a16:creationId xmlns:a16="http://schemas.microsoft.com/office/drawing/2014/main" id="{13050A68-5A24-213A-2560-9C40938745A1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629326" y="3167183"/>
            <a:ext cx="3827474" cy="537150"/>
          </a:xfrm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FontTx/>
              <a:buNone/>
              <a:defRPr sz="1400"/>
            </a:lvl1pPr>
            <a:lvl2pPr marL="457200" indent="0" algn="l">
              <a:lnSpc>
                <a:spcPct val="120000"/>
              </a:lnSpc>
              <a:buFontTx/>
              <a:buNone/>
              <a:defRPr sz="1400"/>
            </a:lvl2pPr>
            <a:lvl3pPr marL="914400" indent="0" algn="l">
              <a:lnSpc>
                <a:spcPct val="120000"/>
              </a:lnSpc>
              <a:buFontTx/>
              <a:buNone/>
              <a:defRPr sz="1400"/>
            </a:lvl3pPr>
            <a:lvl4pPr marL="1371600" indent="0" algn="l">
              <a:lnSpc>
                <a:spcPct val="120000"/>
              </a:lnSpc>
              <a:buFontTx/>
              <a:buNone/>
              <a:defRPr sz="1400"/>
            </a:lvl4pPr>
            <a:lvl5pPr marL="1828800" indent="0" algn="l">
              <a:lnSpc>
                <a:spcPct val="120000"/>
              </a:lnSpc>
              <a:buFontTx/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34" name="Text Placeholder 56">
            <a:extLst>
              <a:ext uri="{FF2B5EF4-FFF2-40B4-BE49-F238E27FC236}">
                <a16:creationId xmlns:a16="http://schemas.microsoft.com/office/drawing/2014/main" id="{9EBB1E39-D058-D5ED-C5DE-D867284FCA3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18026" y="4315566"/>
            <a:ext cx="502234" cy="363433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2600">
                <a:solidFill>
                  <a:schemeClr val="tx1"/>
                </a:solidFill>
                <a:latin typeface="+mn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41" name="Text Placeholder 56">
            <a:extLst>
              <a:ext uri="{FF2B5EF4-FFF2-40B4-BE49-F238E27FC236}">
                <a16:creationId xmlns:a16="http://schemas.microsoft.com/office/drawing/2014/main" id="{6EF81DFC-5978-C1D3-B24C-BB377FEFCF26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35198" y="4087738"/>
            <a:ext cx="3827474" cy="619136"/>
          </a:xfrm>
        </p:spPr>
        <p:txBody>
          <a:bodyPr anchor="b">
            <a:noAutofit/>
          </a:bodyPr>
          <a:lstStyle>
            <a:lvl1pPr marL="0" indent="0" algn="r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3" name="Text Placeholder 14">
            <a:extLst>
              <a:ext uri="{FF2B5EF4-FFF2-40B4-BE49-F238E27FC236}">
                <a16:creationId xmlns:a16="http://schemas.microsoft.com/office/drawing/2014/main" id="{96124C39-C4A7-207F-E21D-CF5FEDE9F9D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735196" y="4904654"/>
            <a:ext cx="3827474" cy="537150"/>
          </a:xfrm>
        </p:spPr>
        <p:txBody>
          <a:bodyPr>
            <a:noAutofit/>
          </a:bodyPr>
          <a:lstStyle>
            <a:lvl1pPr marL="0" indent="0" algn="r">
              <a:lnSpc>
                <a:spcPct val="120000"/>
              </a:lnSpc>
              <a:spcBef>
                <a:spcPts val="0"/>
              </a:spcBef>
              <a:buFontTx/>
              <a:buNone/>
              <a:defRPr sz="1400"/>
            </a:lvl1pPr>
            <a:lvl2pPr marL="457200" indent="0" algn="r">
              <a:lnSpc>
                <a:spcPct val="120000"/>
              </a:lnSpc>
              <a:buFontTx/>
              <a:buNone/>
              <a:defRPr sz="1400"/>
            </a:lvl2pPr>
            <a:lvl3pPr marL="914400" indent="0" algn="r">
              <a:lnSpc>
                <a:spcPct val="120000"/>
              </a:lnSpc>
              <a:buFontTx/>
              <a:buNone/>
              <a:defRPr sz="1400"/>
            </a:lvl3pPr>
            <a:lvl4pPr marL="1371600" indent="0" algn="r">
              <a:lnSpc>
                <a:spcPct val="120000"/>
              </a:lnSpc>
              <a:buFontTx/>
              <a:buNone/>
              <a:defRPr sz="1400"/>
            </a:lvl4pPr>
            <a:lvl5pPr marL="1828800" indent="0" algn="r">
              <a:lnSpc>
                <a:spcPct val="120000"/>
              </a:lnSpc>
              <a:buFontTx/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35" name="Text Placeholder 56">
            <a:extLst>
              <a:ext uri="{FF2B5EF4-FFF2-40B4-BE49-F238E27FC236}">
                <a16:creationId xmlns:a16="http://schemas.microsoft.com/office/drawing/2014/main" id="{1FA606A2-8DE1-91B7-B631-E439D9C29C1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71738" y="4315566"/>
            <a:ext cx="502234" cy="363433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2600">
                <a:solidFill>
                  <a:schemeClr val="tx1"/>
                </a:solidFill>
                <a:latin typeface="+mn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44" name="Text Placeholder 56">
            <a:extLst>
              <a:ext uri="{FF2B5EF4-FFF2-40B4-BE49-F238E27FC236}">
                <a16:creationId xmlns:a16="http://schemas.microsoft.com/office/drawing/2014/main" id="{C2CA0B91-A23E-596B-D61A-F33389EE2155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629328" y="4087738"/>
            <a:ext cx="3827474" cy="619136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5" name="Text Placeholder 14">
            <a:extLst>
              <a:ext uri="{FF2B5EF4-FFF2-40B4-BE49-F238E27FC236}">
                <a16:creationId xmlns:a16="http://schemas.microsoft.com/office/drawing/2014/main" id="{3442AF88-CA78-9B12-4411-573D83383047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7629326" y="4904654"/>
            <a:ext cx="3827474" cy="537150"/>
          </a:xfrm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FontTx/>
              <a:buNone/>
              <a:defRPr sz="1400"/>
            </a:lvl1pPr>
            <a:lvl2pPr marL="457200" indent="0" algn="l">
              <a:lnSpc>
                <a:spcPct val="120000"/>
              </a:lnSpc>
              <a:buFontTx/>
              <a:buNone/>
              <a:defRPr sz="1400"/>
            </a:lvl2pPr>
            <a:lvl3pPr marL="914400" indent="0" algn="l">
              <a:lnSpc>
                <a:spcPct val="120000"/>
              </a:lnSpc>
              <a:buFontTx/>
              <a:buNone/>
              <a:defRPr sz="1400"/>
            </a:lvl3pPr>
            <a:lvl4pPr marL="1371600" indent="0" algn="l">
              <a:lnSpc>
                <a:spcPct val="120000"/>
              </a:lnSpc>
              <a:buFontTx/>
              <a:buNone/>
              <a:defRPr sz="1400"/>
            </a:lvl4pPr>
            <a:lvl5pPr marL="1828800" indent="0" algn="l">
              <a:lnSpc>
                <a:spcPct val="120000"/>
              </a:lnSpc>
              <a:buFontTx/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03/12/2025</a:t>
            </a:r>
            <a:fld id="{EF9E5040-F7E0-40EC-B8E9-CED28200FAA3}" type="datetime1">
              <a:rPr lang="en-US" smtClean="0"/>
              <a:t>1/9/2026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61065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yc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38F1413-1914-1DAF-704B-622CBE3562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A0FC189A-A5DA-69DC-D7EA-710DEBCCC5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0DDFAF1A-32E8-A2EE-3C98-31C49C1813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58DE0956-630D-34A9-B249-0DC3FF3C7E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19939741-075D-E9C6-ACCE-504949404D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A858C0D6-1CC5-8D30-301E-1F63E35CA0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3C76C8CB-3FA5-0E40-D39B-042CE18E21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  <p:sp>
        <p:nvSpPr>
          <p:cNvPr id="6" name="Freeform: Shape12">
            <a:extLst>
              <a:ext uri="{FF2B5EF4-FFF2-40B4-BE49-F238E27FC236}">
                <a16:creationId xmlns:a16="http://schemas.microsoft.com/office/drawing/2014/main" id="{4B59B264-68B3-D820-23D1-220451307F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52255" y="1785256"/>
            <a:ext cx="2091183" cy="2465804"/>
          </a:xfrm>
          <a:custGeom>
            <a:avLst/>
            <a:gdLst>
              <a:gd name="connsiteX0" fmla="*/ 2114550 w 2114550"/>
              <a:gd name="connsiteY0" fmla="*/ 452438 h 2493359"/>
              <a:gd name="connsiteX1" fmla="*/ 1662113 w 2114550"/>
              <a:gd name="connsiteY1" fmla="*/ 904875 h 2493359"/>
              <a:gd name="connsiteX2" fmla="*/ 904875 w 2114550"/>
              <a:gd name="connsiteY2" fmla="*/ 1662113 h 2493359"/>
              <a:gd name="connsiteX3" fmla="*/ 1004507 w 2114550"/>
              <a:gd name="connsiteY3" fmla="*/ 2037779 h 2493359"/>
              <a:gd name="connsiteX4" fmla="*/ 388144 w 2114550"/>
              <a:gd name="connsiteY4" fmla="*/ 1875282 h 2493359"/>
              <a:gd name="connsiteX5" fmla="*/ 222504 w 2114550"/>
              <a:gd name="connsiteY5" fmla="*/ 2493359 h 2493359"/>
              <a:gd name="connsiteX6" fmla="*/ 0 w 2114550"/>
              <a:gd name="connsiteY6" fmla="*/ 1662113 h 2493359"/>
              <a:gd name="connsiteX7" fmla="*/ 1662113 w 2114550"/>
              <a:gd name="connsiteY7" fmla="*/ 0 h 2493359"/>
              <a:gd name="connsiteX8" fmla="*/ 2114550 w 2114550"/>
              <a:gd name="connsiteY8" fmla="*/ 452438 h 24933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14550" h="2493359">
                <a:moveTo>
                  <a:pt x="2114550" y="452438"/>
                </a:moveTo>
                <a:cubicBezTo>
                  <a:pt x="2114550" y="702278"/>
                  <a:pt x="1911953" y="904875"/>
                  <a:pt x="1662113" y="904875"/>
                </a:cubicBezTo>
                <a:cubicBezTo>
                  <a:pt x="1243870" y="904875"/>
                  <a:pt x="904875" y="1243870"/>
                  <a:pt x="904875" y="1662113"/>
                </a:cubicBezTo>
                <a:cubicBezTo>
                  <a:pt x="904875" y="1798796"/>
                  <a:pt x="941070" y="1927098"/>
                  <a:pt x="1004507" y="2037779"/>
                </a:cubicBezTo>
                <a:cubicBezTo>
                  <a:pt x="878681" y="1823752"/>
                  <a:pt x="603504" y="1750886"/>
                  <a:pt x="388144" y="1875282"/>
                </a:cubicBezTo>
                <a:cubicBezTo>
                  <a:pt x="171736" y="2000250"/>
                  <a:pt x="97536" y="2276951"/>
                  <a:pt x="222504" y="2493359"/>
                </a:cubicBezTo>
                <a:cubicBezTo>
                  <a:pt x="80963" y="2248853"/>
                  <a:pt x="0" y="1964912"/>
                  <a:pt x="0" y="1662113"/>
                </a:cubicBezTo>
                <a:cubicBezTo>
                  <a:pt x="0" y="744093"/>
                  <a:pt x="744188" y="0"/>
                  <a:pt x="1662113" y="0"/>
                </a:cubicBezTo>
                <a:cubicBezTo>
                  <a:pt x="1911953" y="0"/>
                  <a:pt x="2114550" y="202502"/>
                  <a:pt x="2114550" y="452438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4534FFA-6ED0-1F8D-00DD-E7E72B3CF9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6000" y="1785256"/>
            <a:ext cx="1643745" cy="2689429"/>
          </a:xfrm>
          <a:custGeom>
            <a:avLst/>
            <a:gdLst>
              <a:gd name="connsiteX0" fmla="*/ 1662113 w 1662112"/>
              <a:gd name="connsiteY0" fmla="*/ 1662113 h 2719483"/>
              <a:gd name="connsiteX1" fmla="*/ 1439609 w 1662112"/>
              <a:gd name="connsiteY1" fmla="*/ 2493359 h 2719483"/>
              <a:gd name="connsiteX2" fmla="*/ 821436 w 1662112"/>
              <a:gd name="connsiteY2" fmla="*/ 2658713 h 2719483"/>
              <a:gd name="connsiteX3" fmla="*/ 654082 w 1662112"/>
              <a:gd name="connsiteY3" fmla="*/ 2043779 h 2719483"/>
              <a:gd name="connsiteX4" fmla="*/ 658368 w 1662112"/>
              <a:gd name="connsiteY4" fmla="*/ 2036445 h 2719483"/>
              <a:gd name="connsiteX5" fmla="*/ 757238 w 1662112"/>
              <a:gd name="connsiteY5" fmla="*/ 1662113 h 2719483"/>
              <a:gd name="connsiteX6" fmla="*/ 0 w 1662112"/>
              <a:gd name="connsiteY6" fmla="*/ 904875 h 2719483"/>
              <a:gd name="connsiteX7" fmla="*/ 452438 w 1662112"/>
              <a:gd name="connsiteY7" fmla="*/ 452438 h 2719483"/>
              <a:gd name="connsiteX8" fmla="*/ 0 w 1662112"/>
              <a:gd name="connsiteY8" fmla="*/ 0 h 2719483"/>
              <a:gd name="connsiteX9" fmla="*/ 1662113 w 1662112"/>
              <a:gd name="connsiteY9" fmla="*/ 1662113 h 27194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662112" h="2719483">
                <a:moveTo>
                  <a:pt x="1662113" y="1662113"/>
                </a:moveTo>
                <a:cubicBezTo>
                  <a:pt x="1662113" y="1964912"/>
                  <a:pt x="1581150" y="2248853"/>
                  <a:pt x="1439609" y="2493359"/>
                </a:cubicBezTo>
                <a:cubicBezTo>
                  <a:pt x="1314640" y="2709767"/>
                  <a:pt x="1037749" y="2783681"/>
                  <a:pt x="821436" y="2658713"/>
                </a:cubicBezTo>
                <a:cubicBezTo>
                  <a:pt x="606076" y="2534412"/>
                  <a:pt x="531495" y="2259616"/>
                  <a:pt x="654082" y="2043779"/>
                </a:cubicBezTo>
                <a:cubicBezTo>
                  <a:pt x="655606" y="2041398"/>
                  <a:pt x="656939" y="2038922"/>
                  <a:pt x="658368" y="2036445"/>
                </a:cubicBezTo>
                <a:cubicBezTo>
                  <a:pt x="721328" y="1926050"/>
                  <a:pt x="757238" y="1798225"/>
                  <a:pt x="757238" y="1662113"/>
                </a:cubicBezTo>
                <a:cubicBezTo>
                  <a:pt x="757238" y="1243870"/>
                  <a:pt x="418243" y="904875"/>
                  <a:pt x="0" y="904875"/>
                </a:cubicBezTo>
                <a:cubicBezTo>
                  <a:pt x="249841" y="904875"/>
                  <a:pt x="452438" y="702278"/>
                  <a:pt x="452438" y="452438"/>
                </a:cubicBezTo>
                <a:cubicBezTo>
                  <a:pt x="452438" y="202597"/>
                  <a:pt x="249841" y="0"/>
                  <a:pt x="0" y="0"/>
                </a:cubicBezTo>
                <a:cubicBezTo>
                  <a:pt x="917924" y="0"/>
                  <a:pt x="1662113" y="744093"/>
                  <a:pt x="1662113" y="1662113"/>
                </a:cubicBezTo>
                <a:close/>
              </a:path>
            </a:pathLst>
          </a:custGeom>
          <a:solidFill>
            <a:schemeClr val="tx2">
              <a:lumMod val="75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384342F9-76A1-B3C6-BDE3-7A98BDC6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12274" y="3579762"/>
            <a:ext cx="2907426" cy="1492982"/>
          </a:xfrm>
          <a:custGeom>
            <a:avLst/>
            <a:gdLst>
              <a:gd name="connsiteX0" fmla="*/ 2939915 w 2939914"/>
              <a:gd name="connsiteY0" fmla="*/ 678800 h 1509666"/>
              <a:gd name="connsiteX1" fmla="*/ 1500306 w 2939914"/>
              <a:gd name="connsiteY1" fmla="*/ 1509666 h 1509666"/>
              <a:gd name="connsiteX2" fmla="*/ 60698 w 2939914"/>
              <a:gd name="connsiteY2" fmla="*/ 678800 h 1509666"/>
              <a:gd name="connsiteX3" fmla="*/ 226337 w 2939914"/>
              <a:gd name="connsiteY3" fmla="*/ 60723 h 1509666"/>
              <a:gd name="connsiteX4" fmla="*/ 842700 w 2939914"/>
              <a:gd name="connsiteY4" fmla="*/ 223220 h 1509666"/>
              <a:gd name="connsiteX5" fmla="*/ 844510 w 2939914"/>
              <a:gd name="connsiteY5" fmla="*/ 226268 h 1509666"/>
              <a:gd name="connsiteX6" fmla="*/ 845462 w 2939914"/>
              <a:gd name="connsiteY6" fmla="*/ 227982 h 1509666"/>
              <a:gd name="connsiteX7" fmla="*/ 1500306 w 2939914"/>
              <a:gd name="connsiteY7" fmla="*/ 604791 h 1509666"/>
              <a:gd name="connsiteX8" fmla="*/ 2154388 w 2939914"/>
              <a:gd name="connsiteY8" fmla="*/ 229221 h 1509666"/>
              <a:gd name="connsiteX9" fmla="*/ 2321742 w 2939914"/>
              <a:gd name="connsiteY9" fmla="*/ 844155 h 1509666"/>
              <a:gd name="connsiteX10" fmla="*/ 2939915 w 2939914"/>
              <a:gd name="connsiteY10" fmla="*/ 678800 h 1509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939914" h="1509666">
                <a:moveTo>
                  <a:pt x="2939915" y="678800"/>
                </a:moveTo>
                <a:cubicBezTo>
                  <a:pt x="2652545" y="1175529"/>
                  <a:pt x="2115431" y="1509666"/>
                  <a:pt x="1500306" y="1509666"/>
                </a:cubicBezTo>
                <a:cubicBezTo>
                  <a:pt x="885182" y="1509666"/>
                  <a:pt x="348067" y="1175529"/>
                  <a:pt x="60698" y="678800"/>
                </a:cubicBezTo>
                <a:cubicBezTo>
                  <a:pt x="-64271" y="462393"/>
                  <a:pt x="9929" y="185691"/>
                  <a:pt x="226337" y="60723"/>
                </a:cubicBezTo>
                <a:cubicBezTo>
                  <a:pt x="441698" y="-63673"/>
                  <a:pt x="716875" y="9193"/>
                  <a:pt x="842700" y="223220"/>
                </a:cubicBezTo>
                <a:cubicBezTo>
                  <a:pt x="843271" y="224172"/>
                  <a:pt x="843938" y="225220"/>
                  <a:pt x="844510" y="226268"/>
                </a:cubicBezTo>
                <a:cubicBezTo>
                  <a:pt x="844796" y="226839"/>
                  <a:pt x="845177" y="227411"/>
                  <a:pt x="845462" y="227982"/>
                </a:cubicBezTo>
                <a:cubicBezTo>
                  <a:pt x="976621" y="453344"/>
                  <a:pt x="1220747" y="604791"/>
                  <a:pt x="1500306" y="604791"/>
                </a:cubicBezTo>
                <a:cubicBezTo>
                  <a:pt x="1779865" y="604791"/>
                  <a:pt x="2023133" y="453915"/>
                  <a:pt x="2154388" y="229221"/>
                </a:cubicBezTo>
                <a:cubicBezTo>
                  <a:pt x="2031801" y="445057"/>
                  <a:pt x="2106382" y="719853"/>
                  <a:pt x="2321742" y="844155"/>
                </a:cubicBezTo>
                <a:cubicBezTo>
                  <a:pt x="2538055" y="969123"/>
                  <a:pt x="2814947" y="895208"/>
                  <a:pt x="2939915" y="678800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57626020-046B-A3EB-27BC-29491A64D4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198" y="500240"/>
            <a:ext cx="11475604" cy="1073476"/>
          </a:xfrm>
        </p:spPr>
        <p:txBody>
          <a:bodyPr lIns="0" tIns="0" r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6" name="Text Placeholder 56">
            <a:extLst>
              <a:ext uri="{FF2B5EF4-FFF2-40B4-BE49-F238E27FC236}">
                <a16:creationId xmlns:a16="http://schemas.microsoft.com/office/drawing/2014/main" id="{6FEADD58-3887-5721-4A92-1D861581B33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844883" y="2081211"/>
            <a:ext cx="502234" cy="363433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11" name="Text Placeholder 56">
            <a:extLst>
              <a:ext uri="{FF2B5EF4-FFF2-40B4-BE49-F238E27FC236}">
                <a16:creationId xmlns:a16="http://schemas.microsoft.com/office/drawing/2014/main" id="{D4078BDE-BF3C-D539-9159-7DA2A4E5200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88964" y="2571409"/>
            <a:ext cx="3732219" cy="605232"/>
          </a:xfrm>
        </p:spPr>
        <p:txBody>
          <a:bodyPr anchor="b">
            <a:noAutofit/>
          </a:bodyPr>
          <a:lstStyle>
            <a:lvl1pPr marL="0" indent="0" algn="ctr">
              <a:buFontTx/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 marL="457200" indent="0">
              <a:buFontTx/>
              <a:buNone/>
              <a:defRPr sz="18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800"/>
            </a:lvl4pPr>
            <a:lvl5pPr marL="1828800" indent="0"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25C94184-75B4-9DBA-B4AA-6F6CB98AC9FD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88964" y="3354800"/>
            <a:ext cx="3732219" cy="365126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FontTx/>
              <a:buNone/>
              <a:defRPr sz="1400"/>
            </a:lvl1pPr>
            <a:lvl2pPr marL="457200" indent="0" algn="ctr">
              <a:lnSpc>
                <a:spcPct val="120000"/>
              </a:lnSpc>
              <a:buFontTx/>
              <a:buNone/>
              <a:defRPr sz="1400"/>
            </a:lvl2pPr>
            <a:lvl3pPr marL="914400" indent="0" algn="ctr">
              <a:lnSpc>
                <a:spcPct val="120000"/>
              </a:lnSpc>
              <a:buFontTx/>
              <a:buNone/>
              <a:defRPr sz="1400"/>
            </a:lvl3pPr>
            <a:lvl4pPr marL="1371600" indent="0" algn="ctr">
              <a:lnSpc>
                <a:spcPct val="120000"/>
              </a:lnSpc>
              <a:buFontTx/>
              <a:buNone/>
              <a:defRPr sz="1400"/>
            </a:lvl4pPr>
            <a:lvl5pPr marL="1828800" indent="0" algn="ctr">
              <a:lnSpc>
                <a:spcPct val="120000"/>
              </a:lnSpc>
              <a:buFontTx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6">
            <a:extLst>
              <a:ext uri="{FF2B5EF4-FFF2-40B4-BE49-F238E27FC236}">
                <a16:creationId xmlns:a16="http://schemas.microsoft.com/office/drawing/2014/main" id="{93EECD27-3C5B-D308-D4D3-964BA4B4A9E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897507" y="3876694"/>
            <a:ext cx="502234" cy="363433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8" name="Text Placeholder 56">
            <a:extLst>
              <a:ext uri="{FF2B5EF4-FFF2-40B4-BE49-F238E27FC236}">
                <a16:creationId xmlns:a16="http://schemas.microsoft.com/office/drawing/2014/main" id="{A7B98F47-E77B-E097-3553-AF7A1D30085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770817" y="2571409"/>
            <a:ext cx="3732219" cy="605232"/>
          </a:xfrm>
        </p:spPr>
        <p:txBody>
          <a:bodyPr anchor="b">
            <a:noAutofit/>
          </a:bodyPr>
          <a:lstStyle>
            <a:lvl1pPr marL="0" indent="0" algn="ctr">
              <a:buFontTx/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 marL="457200" indent="0">
              <a:buFontTx/>
              <a:buNone/>
              <a:defRPr sz="18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800"/>
            </a:lvl4pPr>
            <a:lvl5pPr marL="1828800" indent="0"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576FFED0-3B2F-1995-266F-CBC83BA8B8BB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770817" y="3354800"/>
            <a:ext cx="3732219" cy="365126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FontTx/>
              <a:buNone/>
              <a:defRPr sz="1400"/>
            </a:lvl1pPr>
            <a:lvl2pPr marL="457200" indent="0" algn="ctr">
              <a:lnSpc>
                <a:spcPct val="120000"/>
              </a:lnSpc>
              <a:buFontTx/>
              <a:buNone/>
              <a:defRPr sz="1400"/>
            </a:lvl2pPr>
            <a:lvl3pPr marL="914400" indent="0" algn="ctr">
              <a:lnSpc>
                <a:spcPct val="120000"/>
              </a:lnSpc>
              <a:buFontTx/>
              <a:buNone/>
              <a:defRPr sz="1400"/>
            </a:lvl3pPr>
            <a:lvl4pPr marL="1371600" indent="0" algn="ctr">
              <a:lnSpc>
                <a:spcPct val="120000"/>
              </a:lnSpc>
              <a:buFontTx/>
              <a:buNone/>
              <a:defRPr sz="1400"/>
            </a:lvl4pPr>
            <a:lvl5pPr marL="1828800" indent="0" algn="ctr">
              <a:lnSpc>
                <a:spcPct val="120000"/>
              </a:lnSpc>
              <a:buFontTx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56">
            <a:extLst>
              <a:ext uri="{FF2B5EF4-FFF2-40B4-BE49-F238E27FC236}">
                <a16:creationId xmlns:a16="http://schemas.microsoft.com/office/drawing/2014/main" id="{6E1B8C31-F6CF-B8B9-F37D-A384F4D3A61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792259" y="3876693"/>
            <a:ext cx="502234" cy="363433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36" name="Text Placeholder 56">
            <a:extLst>
              <a:ext uri="{FF2B5EF4-FFF2-40B4-BE49-F238E27FC236}">
                <a16:creationId xmlns:a16="http://schemas.microsoft.com/office/drawing/2014/main" id="{B4945A5E-D527-144E-AEB9-6F3D2CD82F5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229891" y="5144316"/>
            <a:ext cx="3732219" cy="605232"/>
          </a:xfrm>
        </p:spPr>
        <p:txBody>
          <a:bodyPr anchor="b">
            <a:noAutofit/>
          </a:bodyPr>
          <a:lstStyle>
            <a:lvl1pPr marL="0" indent="0" algn="ctr">
              <a:buFontTx/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 marL="457200" indent="0">
              <a:buFontTx/>
              <a:buNone/>
              <a:defRPr sz="18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800"/>
            </a:lvl4pPr>
            <a:lvl5pPr marL="1828800" indent="0"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7" name="Text Placeholder 14">
            <a:extLst>
              <a:ext uri="{FF2B5EF4-FFF2-40B4-BE49-F238E27FC236}">
                <a16:creationId xmlns:a16="http://schemas.microsoft.com/office/drawing/2014/main" id="{7B1C5DE6-A59A-1753-A727-914C14B038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4229891" y="5927707"/>
            <a:ext cx="3732219" cy="365126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FontTx/>
              <a:buNone/>
              <a:defRPr sz="1400"/>
            </a:lvl1pPr>
            <a:lvl2pPr marL="457200" indent="0" algn="ctr">
              <a:lnSpc>
                <a:spcPct val="120000"/>
              </a:lnSpc>
              <a:buFontTx/>
              <a:buNone/>
              <a:defRPr sz="1400"/>
            </a:lvl2pPr>
            <a:lvl3pPr marL="914400" indent="0" algn="ctr">
              <a:lnSpc>
                <a:spcPct val="120000"/>
              </a:lnSpc>
              <a:buFontTx/>
              <a:buNone/>
              <a:defRPr sz="1400"/>
            </a:lvl3pPr>
            <a:lvl4pPr marL="1371600" indent="0" algn="ctr">
              <a:lnSpc>
                <a:spcPct val="120000"/>
              </a:lnSpc>
              <a:buFontTx/>
              <a:buNone/>
              <a:defRPr sz="1400"/>
            </a:lvl4pPr>
            <a:lvl5pPr marL="1828800" indent="0" algn="ctr">
              <a:lnSpc>
                <a:spcPct val="120000"/>
              </a:lnSpc>
              <a:buFontTx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03/12/2025</a:t>
            </a:r>
            <a:fld id="{EF9E5040-F7E0-40EC-B8E9-CED28200FAA3}" type="datetime1">
              <a:rPr lang="en-US" smtClean="0"/>
              <a:t>1/9/2026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082375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yc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F3639D9E-6663-D0F6-6534-571B7C2A4C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0E83A5B2-0FC0-6625-0636-4FFF309FCF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1E8DDF82-749C-D590-5300-CC7754E05D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C9F1E32F-D51E-7723-DAA5-858557F4C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7F896BA6-6E65-CDD1-A9E9-660DAD7AB1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F8E2BBC7-DBCA-454D-22A9-CCDD9DCB50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1E994020-D8A4-B942-1EE5-3D04689CF2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  <p:sp>
        <p:nvSpPr>
          <p:cNvPr id="7" name="Rectangle: Rounded Corners 24">
            <a:extLst>
              <a:ext uri="{FF2B5EF4-FFF2-40B4-BE49-F238E27FC236}">
                <a16:creationId xmlns:a16="http://schemas.microsoft.com/office/drawing/2014/main" id="{58B3E3DD-EC7A-1734-6BE3-B9A5573621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288608" y="2673484"/>
            <a:ext cx="7614784" cy="1510446"/>
          </a:xfrm>
          <a:prstGeom prst="roundRect">
            <a:avLst>
              <a:gd name="adj" fmla="val 50000"/>
            </a:avLst>
          </a:prstGeom>
          <a:noFill/>
          <a:ln w="19050">
            <a:solidFill>
              <a:schemeClr val="tx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Flowchart: Extract 15">
            <a:extLst>
              <a:ext uri="{FF2B5EF4-FFF2-40B4-BE49-F238E27FC236}">
                <a16:creationId xmlns:a16="http://schemas.microsoft.com/office/drawing/2014/main" id="{D00B02A9-8CA7-EE84-96F8-12ACA18DB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832456" y="3352454"/>
            <a:ext cx="144401" cy="144401"/>
          </a:xfrm>
          <a:prstGeom prst="flowChartExtract">
            <a:avLst/>
          </a:prstGeom>
          <a:solidFill>
            <a:schemeClr val="accent2"/>
          </a:solidFill>
        </p:spPr>
        <p:txBody>
          <a:bodyPr/>
          <a:lstStyle/>
          <a:p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9" name="Flowchart: Extract 32">
            <a:extLst>
              <a:ext uri="{FF2B5EF4-FFF2-40B4-BE49-F238E27FC236}">
                <a16:creationId xmlns:a16="http://schemas.microsoft.com/office/drawing/2014/main" id="{9CF26526-BB89-9382-57BF-79AA302A38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216407" y="3352453"/>
            <a:ext cx="144401" cy="144401"/>
          </a:xfrm>
          <a:prstGeom prst="flowChartExtract">
            <a:avLst/>
          </a:prstGeom>
          <a:solidFill>
            <a:schemeClr val="accent2"/>
          </a:solidFill>
        </p:spPr>
        <p:txBody>
          <a:bodyPr/>
          <a:lstStyle/>
          <a:p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69E7E66-3166-36EF-BBCE-F20C8F0CD9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444677" y="2429915"/>
            <a:ext cx="537150" cy="53715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CN" altLang="en-US" sz="1100">
              <a:solidFill>
                <a:schemeClr val="bg2"/>
              </a:solidFill>
              <a:latin typeface="+mj-lt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232F65E-6C39-FDA0-E4CE-F2D86CFAA2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444677" y="3908579"/>
            <a:ext cx="537150" cy="53715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CN" altLang="en-US" sz="1100">
              <a:solidFill>
                <a:schemeClr val="bg2"/>
              </a:solidFill>
              <a:latin typeface="+mj-lt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3345556-375B-BD54-F129-A1EE8285EF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825183" y="2429915"/>
            <a:ext cx="537150" cy="53715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CN" altLang="en-US" sz="1100">
              <a:solidFill>
                <a:schemeClr val="bg2"/>
              </a:solidFill>
              <a:latin typeface="+mj-lt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328937D3-9EDE-6C9F-802E-1B5BFFC619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825183" y="3915355"/>
            <a:ext cx="537150" cy="53715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CN" altLang="en-US" sz="1100">
              <a:solidFill>
                <a:schemeClr val="bg2"/>
              </a:solidFill>
              <a:latin typeface="+mj-lt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F055F07-D6BE-35E5-80F4-F4A5C3078E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205689" y="2429915"/>
            <a:ext cx="537150" cy="53715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CN" altLang="en-US" sz="1100">
              <a:solidFill>
                <a:schemeClr val="bg2"/>
              </a:solidFill>
              <a:latin typeface="+mj-lt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EC3F07E7-7AA9-1792-F821-8F70B08B2F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205689" y="3924514"/>
            <a:ext cx="537150" cy="53715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CN" altLang="en-US" sz="1100">
              <a:solidFill>
                <a:schemeClr val="bg2"/>
              </a:solidFill>
              <a:latin typeface="+mj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40400" y="2855363"/>
            <a:ext cx="7711200" cy="1144800"/>
          </a:xfrm>
        </p:spPr>
        <p:txBody>
          <a:bodyPr lIns="0" tIns="0" rIns="0" bIns="0">
            <a:norm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7" name="Text Placeholder 56">
            <a:extLst>
              <a:ext uri="{FF2B5EF4-FFF2-40B4-BE49-F238E27FC236}">
                <a16:creationId xmlns:a16="http://schemas.microsoft.com/office/drawing/2014/main" id="{2813FD31-F73E-2A79-FAE7-D908BCC32E3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462135" y="2561917"/>
            <a:ext cx="502234" cy="273146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100">
                <a:solidFill>
                  <a:schemeClr val="bg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36" name="Text Placeholder 56">
            <a:extLst>
              <a:ext uri="{FF2B5EF4-FFF2-40B4-BE49-F238E27FC236}">
                <a16:creationId xmlns:a16="http://schemas.microsoft.com/office/drawing/2014/main" id="{A8B44C1B-8F0D-3E9D-04D8-31CDEDFD90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627195" y="895747"/>
            <a:ext cx="2172114" cy="61913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35" name="Text Placeholder 14">
            <a:extLst>
              <a:ext uri="{FF2B5EF4-FFF2-40B4-BE49-F238E27FC236}">
                <a16:creationId xmlns:a16="http://schemas.microsoft.com/office/drawing/2014/main" id="{D14D5F42-78A4-E15A-E2CC-757F40D0FE6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627195" y="1712663"/>
            <a:ext cx="2172114" cy="537150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FontTx/>
              <a:buNone/>
              <a:defRPr sz="1400"/>
            </a:lvl1pPr>
            <a:lvl2pPr marL="457200" indent="0" algn="ctr">
              <a:lnSpc>
                <a:spcPct val="120000"/>
              </a:lnSpc>
              <a:buFontTx/>
              <a:buNone/>
              <a:defRPr sz="1400"/>
            </a:lvl2pPr>
            <a:lvl3pPr marL="914400" indent="0" algn="ctr">
              <a:lnSpc>
                <a:spcPct val="120000"/>
              </a:lnSpc>
              <a:buFontTx/>
              <a:buNone/>
              <a:defRPr sz="1400"/>
            </a:lvl3pPr>
            <a:lvl4pPr marL="1371600" indent="0" algn="ctr">
              <a:lnSpc>
                <a:spcPct val="120000"/>
              </a:lnSpc>
              <a:buFontTx/>
              <a:buNone/>
              <a:defRPr sz="1400"/>
            </a:lvl4pPr>
            <a:lvl5pPr marL="1828800" indent="0" algn="ctr">
              <a:lnSpc>
                <a:spcPct val="120000"/>
              </a:lnSpc>
              <a:buFontTx/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8" name="Text Placeholder 56">
            <a:extLst>
              <a:ext uri="{FF2B5EF4-FFF2-40B4-BE49-F238E27FC236}">
                <a16:creationId xmlns:a16="http://schemas.microsoft.com/office/drawing/2014/main" id="{F22442F5-BB70-F7AF-C6BC-63F08E30184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844883" y="2561917"/>
            <a:ext cx="502234" cy="273146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100">
                <a:solidFill>
                  <a:schemeClr val="bg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38" name="Text Placeholder 56">
            <a:extLst>
              <a:ext uri="{FF2B5EF4-FFF2-40B4-BE49-F238E27FC236}">
                <a16:creationId xmlns:a16="http://schemas.microsoft.com/office/drawing/2014/main" id="{FD0D5C2C-7F26-A06D-9EDD-D6B7DC74CD3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009943" y="895747"/>
            <a:ext cx="2172114" cy="61913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37" name="Text Placeholder 14">
            <a:extLst>
              <a:ext uri="{FF2B5EF4-FFF2-40B4-BE49-F238E27FC236}">
                <a16:creationId xmlns:a16="http://schemas.microsoft.com/office/drawing/2014/main" id="{4EB1711E-8023-5A39-8A5D-FE9F9F609B5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09943" y="1712663"/>
            <a:ext cx="2172114" cy="537150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FontTx/>
              <a:buNone/>
              <a:defRPr sz="1400"/>
            </a:lvl1pPr>
            <a:lvl2pPr marL="457200" indent="0" algn="ctr">
              <a:lnSpc>
                <a:spcPct val="120000"/>
              </a:lnSpc>
              <a:buFontTx/>
              <a:buNone/>
              <a:defRPr sz="1400"/>
            </a:lvl2pPr>
            <a:lvl3pPr marL="914400" indent="0" algn="ctr">
              <a:lnSpc>
                <a:spcPct val="120000"/>
              </a:lnSpc>
              <a:buFontTx/>
              <a:buNone/>
              <a:defRPr sz="1400"/>
            </a:lvl3pPr>
            <a:lvl4pPr marL="1371600" indent="0" algn="ctr">
              <a:lnSpc>
                <a:spcPct val="120000"/>
              </a:lnSpc>
              <a:buFontTx/>
              <a:buNone/>
              <a:defRPr sz="1400"/>
            </a:lvl4pPr>
            <a:lvl5pPr marL="1828800" indent="0" algn="ctr">
              <a:lnSpc>
                <a:spcPct val="120000"/>
              </a:lnSpc>
              <a:buFontTx/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9" name="Text Placeholder 56">
            <a:extLst>
              <a:ext uri="{FF2B5EF4-FFF2-40B4-BE49-F238E27FC236}">
                <a16:creationId xmlns:a16="http://schemas.microsoft.com/office/drawing/2014/main" id="{EDDC350E-AB97-D5E3-B56F-684EE712BC9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23147" y="2561917"/>
            <a:ext cx="502234" cy="273146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100">
                <a:solidFill>
                  <a:schemeClr val="bg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40" name="Text Placeholder 56">
            <a:extLst>
              <a:ext uri="{FF2B5EF4-FFF2-40B4-BE49-F238E27FC236}">
                <a16:creationId xmlns:a16="http://schemas.microsoft.com/office/drawing/2014/main" id="{ACB663CD-14E6-FE9E-1E46-822A8E37A55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392691" y="895747"/>
            <a:ext cx="2172114" cy="61913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39" name="Text Placeholder 14">
            <a:extLst>
              <a:ext uri="{FF2B5EF4-FFF2-40B4-BE49-F238E27FC236}">
                <a16:creationId xmlns:a16="http://schemas.microsoft.com/office/drawing/2014/main" id="{BDD963B4-B689-A2A5-9C14-3BF1BE94435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392691" y="1712663"/>
            <a:ext cx="2172114" cy="537150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FontTx/>
              <a:buNone/>
              <a:defRPr sz="1400"/>
            </a:lvl1pPr>
            <a:lvl2pPr marL="457200" indent="0" algn="ctr">
              <a:lnSpc>
                <a:spcPct val="120000"/>
              </a:lnSpc>
              <a:buFontTx/>
              <a:buNone/>
              <a:defRPr sz="1400"/>
            </a:lvl2pPr>
            <a:lvl3pPr marL="914400" indent="0" algn="ctr">
              <a:lnSpc>
                <a:spcPct val="120000"/>
              </a:lnSpc>
              <a:buFontTx/>
              <a:buNone/>
              <a:defRPr sz="1400"/>
            </a:lvl3pPr>
            <a:lvl4pPr marL="1371600" indent="0" algn="ctr">
              <a:lnSpc>
                <a:spcPct val="120000"/>
              </a:lnSpc>
              <a:buFontTx/>
              <a:buNone/>
              <a:defRPr sz="1400"/>
            </a:lvl4pPr>
            <a:lvl5pPr marL="1828800" indent="0" algn="ctr">
              <a:lnSpc>
                <a:spcPct val="120000"/>
              </a:lnSpc>
              <a:buFontTx/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2" name="Text Placeholder 56">
            <a:extLst>
              <a:ext uri="{FF2B5EF4-FFF2-40B4-BE49-F238E27FC236}">
                <a16:creationId xmlns:a16="http://schemas.microsoft.com/office/drawing/2014/main" id="{96AF52D3-3020-5029-B92A-00452DEFBBC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223147" y="4056516"/>
            <a:ext cx="502234" cy="273146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100">
                <a:solidFill>
                  <a:schemeClr val="bg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58" name="Text Placeholder 56">
            <a:extLst>
              <a:ext uri="{FF2B5EF4-FFF2-40B4-BE49-F238E27FC236}">
                <a16:creationId xmlns:a16="http://schemas.microsoft.com/office/drawing/2014/main" id="{E277F5F9-A681-56E5-2CD8-D19D3861E743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7392691" y="4593038"/>
            <a:ext cx="2172114" cy="61913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9" name="Text Placeholder 14">
            <a:extLst>
              <a:ext uri="{FF2B5EF4-FFF2-40B4-BE49-F238E27FC236}">
                <a16:creationId xmlns:a16="http://schemas.microsoft.com/office/drawing/2014/main" id="{9EF7E3B2-C3CE-68FD-1A3B-780ABA2262BD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92691" y="5409954"/>
            <a:ext cx="2172114" cy="537150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FontTx/>
              <a:buNone/>
              <a:defRPr sz="1400"/>
            </a:lvl1pPr>
            <a:lvl2pPr marL="457200" indent="0" algn="ctr">
              <a:lnSpc>
                <a:spcPct val="120000"/>
              </a:lnSpc>
              <a:buFontTx/>
              <a:buNone/>
              <a:defRPr sz="1400"/>
            </a:lvl2pPr>
            <a:lvl3pPr marL="914400" indent="0" algn="ctr">
              <a:lnSpc>
                <a:spcPct val="120000"/>
              </a:lnSpc>
              <a:buFontTx/>
              <a:buNone/>
              <a:defRPr sz="1400"/>
            </a:lvl3pPr>
            <a:lvl4pPr marL="1371600" indent="0" algn="ctr">
              <a:lnSpc>
                <a:spcPct val="120000"/>
              </a:lnSpc>
              <a:buFontTx/>
              <a:buNone/>
              <a:defRPr sz="1400"/>
            </a:lvl4pPr>
            <a:lvl5pPr marL="1828800" indent="0" algn="ctr">
              <a:lnSpc>
                <a:spcPct val="120000"/>
              </a:lnSpc>
              <a:buFontTx/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1" name="Text Placeholder 56">
            <a:extLst>
              <a:ext uri="{FF2B5EF4-FFF2-40B4-BE49-F238E27FC236}">
                <a16:creationId xmlns:a16="http://schemas.microsoft.com/office/drawing/2014/main" id="{08DE0BBC-2684-2E2F-773E-42A0F952DF7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842641" y="4047357"/>
            <a:ext cx="502234" cy="273146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100">
                <a:solidFill>
                  <a:schemeClr val="bg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05</a:t>
            </a:r>
          </a:p>
        </p:txBody>
      </p:sp>
      <p:sp>
        <p:nvSpPr>
          <p:cNvPr id="56" name="Text Placeholder 56">
            <a:extLst>
              <a:ext uri="{FF2B5EF4-FFF2-40B4-BE49-F238E27FC236}">
                <a16:creationId xmlns:a16="http://schemas.microsoft.com/office/drawing/2014/main" id="{61729407-B1D4-FC45-5F39-B881A24752B3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009943" y="4593038"/>
            <a:ext cx="2172114" cy="61913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7" name="Text Placeholder 14">
            <a:extLst>
              <a:ext uri="{FF2B5EF4-FFF2-40B4-BE49-F238E27FC236}">
                <a16:creationId xmlns:a16="http://schemas.microsoft.com/office/drawing/2014/main" id="{D7574145-48CC-E820-5119-6156A737F04D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009943" y="5409954"/>
            <a:ext cx="2172114" cy="537150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FontTx/>
              <a:buNone/>
              <a:defRPr sz="1400"/>
            </a:lvl1pPr>
            <a:lvl2pPr marL="457200" indent="0" algn="ctr">
              <a:lnSpc>
                <a:spcPct val="120000"/>
              </a:lnSpc>
              <a:buFontTx/>
              <a:buNone/>
              <a:defRPr sz="1400"/>
            </a:lvl2pPr>
            <a:lvl3pPr marL="914400" indent="0" algn="ctr">
              <a:lnSpc>
                <a:spcPct val="120000"/>
              </a:lnSpc>
              <a:buFontTx/>
              <a:buNone/>
              <a:defRPr sz="1400"/>
            </a:lvl3pPr>
            <a:lvl4pPr marL="1371600" indent="0" algn="ctr">
              <a:lnSpc>
                <a:spcPct val="120000"/>
              </a:lnSpc>
              <a:buFontTx/>
              <a:buNone/>
              <a:defRPr sz="1400"/>
            </a:lvl4pPr>
            <a:lvl5pPr marL="1828800" indent="0" algn="ctr">
              <a:lnSpc>
                <a:spcPct val="120000"/>
              </a:lnSpc>
              <a:buFontTx/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0" name="Text Placeholder 56">
            <a:extLst>
              <a:ext uri="{FF2B5EF4-FFF2-40B4-BE49-F238E27FC236}">
                <a16:creationId xmlns:a16="http://schemas.microsoft.com/office/drawing/2014/main" id="{B4852518-C2CB-06BF-D965-A16827F7FCB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462135" y="4040581"/>
            <a:ext cx="502234" cy="273146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100">
                <a:solidFill>
                  <a:schemeClr val="bg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06</a:t>
            </a:r>
          </a:p>
        </p:txBody>
      </p:sp>
      <p:sp>
        <p:nvSpPr>
          <p:cNvPr id="54" name="Text Placeholder 56">
            <a:extLst>
              <a:ext uri="{FF2B5EF4-FFF2-40B4-BE49-F238E27FC236}">
                <a16:creationId xmlns:a16="http://schemas.microsoft.com/office/drawing/2014/main" id="{0B3F3287-BCCB-84A2-BF90-C9CC62672A3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2627195" y="4593038"/>
            <a:ext cx="2172114" cy="61913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5" name="Text Placeholder 14">
            <a:extLst>
              <a:ext uri="{FF2B5EF4-FFF2-40B4-BE49-F238E27FC236}">
                <a16:creationId xmlns:a16="http://schemas.microsoft.com/office/drawing/2014/main" id="{7DE93C72-A171-3BD7-CCA6-5E953E11DAC7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2627195" y="5409954"/>
            <a:ext cx="2172114" cy="537150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FontTx/>
              <a:buNone/>
              <a:defRPr sz="1400"/>
            </a:lvl1pPr>
            <a:lvl2pPr marL="457200" indent="0" algn="ctr">
              <a:lnSpc>
                <a:spcPct val="120000"/>
              </a:lnSpc>
              <a:buFontTx/>
              <a:buNone/>
              <a:defRPr sz="1400"/>
            </a:lvl2pPr>
            <a:lvl3pPr marL="914400" indent="0" algn="ctr">
              <a:lnSpc>
                <a:spcPct val="120000"/>
              </a:lnSpc>
              <a:buFontTx/>
              <a:buNone/>
              <a:defRPr sz="1400"/>
            </a:lvl3pPr>
            <a:lvl4pPr marL="1371600" indent="0" algn="ctr">
              <a:lnSpc>
                <a:spcPct val="120000"/>
              </a:lnSpc>
              <a:buFontTx/>
              <a:buNone/>
              <a:defRPr sz="1400"/>
            </a:lvl4pPr>
            <a:lvl5pPr marL="1828800" indent="0" algn="ctr">
              <a:lnSpc>
                <a:spcPct val="120000"/>
              </a:lnSpc>
              <a:buFontTx/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2" name="Date Placeholder 21">
            <a:extLst>
              <a:ext uri="{FF2B5EF4-FFF2-40B4-BE49-F238E27FC236}">
                <a16:creationId xmlns:a16="http://schemas.microsoft.com/office/drawing/2014/main" id="{9A3CE7F7-9F1D-9025-9895-F2E4DEF75CFD}"/>
              </a:ext>
            </a:extLst>
          </p:cNvPr>
          <p:cNvSpPr>
            <a:spLocks noGrp="1"/>
          </p:cNvSpPr>
          <p:nvPr>
            <p:ph type="dt" sz="half" idx="37"/>
          </p:nvPr>
        </p:nvSpPr>
        <p:spPr/>
        <p:txBody>
          <a:bodyPr/>
          <a:lstStyle/>
          <a:p>
            <a:r>
              <a:rPr lang="en-US" altLang="zh-CN"/>
              <a:t>03/12/2025</a:t>
            </a:r>
            <a:fld id="{C764DE79-268F-4C1A-8933-263129D2AF90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23" name="Footer Placeholder 22">
            <a:extLst>
              <a:ext uri="{FF2B5EF4-FFF2-40B4-BE49-F238E27FC236}">
                <a16:creationId xmlns:a16="http://schemas.microsoft.com/office/drawing/2014/main" id="{F77E3EBE-697C-FB8E-FDB7-DCB9BB2898DB}"/>
              </a:ext>
            </a:extLst>
          </p:cNvPr>
          <p:cNvSpPr>
            <a:spLocks noGrp="1"/>
          </p:cNvSpPr>
          <p:nvPr>
            <p:ph type="ftr" sz="quarter" idx="38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A43B96AC-CB91-09A5-707F-D5B111A148AE}"/>
              </a:ext>
            </a:extLst>
          </p:cNvPr>
          <p:cNvSpPr>
            <a:spLocks noGrp="1"/>
          </p:cNvSpPr>
          <p:nvPr>
            <p:ph type="sldNum" sz="quarter" idx="39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8745893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c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FDE5D6F5-239A-5840-E262-96B73DDB8C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42049D17-B3DA-E344-7AD1-8B65CF98E2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3CB19972-36B5-1836-167C-502E1D0F6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65797FE5-7911-6DA2-2841-B81AA508E8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32B90AC1-3D07-61F3-08E8-DCF7BBCEF2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0E3855BA-D0B6-96CE-D8F2-BCAD113BFC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D46B093B-6E70-1F28-395F-02FE3209FE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E67BD04-3F6D-50B9-8B61-749D96AD1B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3429000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3A6CA575-0FCF-16B4-0452-1DEF74ADDA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669835" y="3160425"/>
            <a:ext cx="537150" cy="53715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CN" altLang="en-US" sz="1100">
              <a:solidFill>
                <a:schemeClr val="bg2"/>
              </a:solidFill>
              <a:latin typeface="+mj-lt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EA1B41C-B700-136A-4BB2-D58915DAA9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827425" y="3160425"/>
            <a:ext cx="537150" cy="53715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CN" altLang="en-US" sz="1100">
              <a:solidFill>
                <a:schemeClr val="bg2"/>
              </a:solidFill>
              <a:latin typeface="+mj-lt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C558451-B684-D42D-9A0A-62AF307637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007210" y="3160425"/>
            <a:ext cx="537150" cy="53715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zh-CN" altLang="en-US" sz="1100">
              <a:solidFill>
                <a:schemeClr val="bg2"/>
              </a:solidFill>
              <a:latin typeface="+mj-lt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85584B96-8421-0CD5-BCDC-C1359DFF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198" y="500240"/>
            <a:ext cx="11475604" cy="1073476"/>
          </a:xfrm>
        </p:spPr>
        <p:txBody>
          <a:bodyPr lIns="0" tIns="0" r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Text Placeholder 56">
            <a:extLst>
              <a:ext uri="{FF2B5EF4-FFF2-40B4-BE49-F238E27FC236}">
                <a16:creationId xmlns:a16="http://schemas.microsoft.com/office/drawing/2014/main" id="{E4CB554C-B4D0-80EE-3F5A-4401B9ADE68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687293" y="3292427"/>
            <a:ext cx="502234" cy="273146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100">
                <a:solidFill>
                  <a:schemeClr val="bg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25" name="Text Placeholder 56">
            <a:extLst>
              <a:ext uri="{FF2B5EF4-FFF2-40B4-BE49-F238E27FC236}">
                <a16:creationId xmlns:a16="http://schemas.microsoft.com/office/drawing/2014/main" id="{94BE4A2F-CF38-462F-FC76-60CD86BED9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4669" y="2165720"/>
            <a:ext cx="2607482" cy="61913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0DB79DE2-970B-3A9C-2B8B-E23A54684A6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31576" y="4073144"/>
            <a:ext cx="2607482" cy="1586709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2" name="Text Placeholder 56">
            <a:extLst>
              <a:ext uri="{FF2B5EF4-FFF2-40B4-BE49-F238E27FC236}">
                <a16:creationId xmlns:a16="http://schemas.microsoft.com/office/drawing/2014/main" id="{25566F69-5F64-A516-A5A3-D5B4DF839CB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844883" y="3292427"/>
            <a:ext cx="502234" cy="273146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100">
                <a:solidFill>
                  <a:schemeClr val="bg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27" name="Text Placeholder 56">
            <a:extLst>
              <a:ext uri="{FF2B5EF4-FFF2-40B4-BE49-F238E27FC236}">
                <a16:creationId xmlns:a16="http://schemas.microsoft.com/office/drawing/2014/main" id="{E2512435-27DA-C5C9-7894-1F5D795B7D29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4792259" y="2165720"/>
            <a:ext cx="2607482" cy="61913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45207E8D-6741-AEA4-2BC1-D3587283D27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792259" y="4073144"/>
            <a:ext cx="2607482" cy="1586709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3" name="Text Placeholder 56">
            <a:extLst>
              <a:ext uri="{FF2B5EF4-FFF2-40B4-BE49-F238E27FC236}">
                <a16:creationId xmlns:a16="http://schemas.microsoft.com/office/drawing/2014/main" id="{4F2A0F54-AB16-2055-F6A4-CE05319C490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0024668" y="3292427"/>
            <a:ext cx="502234" cy="273146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100">
                <a:solidFill>
                  <a:schemeClr val="bg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29" name="Text Placeholder 56">
            <a:extLst>
              <a:ext uri="{FF2B5EF4-FFF2-40B4-BE49-F238E27FC236}">
                <a16:creationId xmlns:a16="http://schemas.microsoft.com/office/drawing/2014/main" id="{BD7F35E9-85C1-A803-A3FF-D3EBB4889E19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972044" y="2165720"/>
            <a:ext cx="2607482" cy="61913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8" name="Text Placeholder 14">
            <a:extLst>
              <a:ext uri="{FF2B5EF4-FFF2-40B4-BE49-F238E27FC236}">
                <a16:creationId xmlns:a16="http://schemas.microsoft.com/office/drawing/2014/main" id="{914EF459-3094-DA3C-6C76-26DA13F0BBD8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8972044" y="4073144"/>
            <a:ext cx="2607482" cy="1586709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algn="ctr">
              <a:lnSpc>
                <a:spcPct val="120000"/>
              </a:lnSpc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r>
              <a:rPr lang="en-US" altLang="zh-CN"/>
              <a:t>03/12/2025</a:t>
            </a:r>
            <a:fld id="{EF9E5040-F7E0-40EC-B8E9-CED28200FAA3}" type="datetime1">
              <a:rPr lang="en-US" smtClean="0"/>
              <a:t>1/9/2026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2525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4BAEF70B-CAAC-7C5B-95E9-395F44F478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360" y="619059"/>
            <a:ext cx="3759200" cy="5594705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03/12/2025</a:t>
            </a:r>
            <a:fld id="{EF9E5040-F7E0-40EC-B8E9-CED28200FAA3}" type="datetime1">
              <a:rPr lang="en-US" smtClean="0"/>
              <a:t>1/9/2026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87337F3E-A619-47D4-BBE1-449E72A852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ADDA4715-CBB0-FC6B-3935-21E316716F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90C66AAC-4775-5AF6-BFD6-C89C319321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3D718AC4-7ACC-AC6B-A701-89CBD3C14A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AA5E9B0E-A91A-E72B-D01B-E8D219597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138D8105-D098-793F-7477-851F2A50FA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2C86D4FA-DC4D-312B-2B52-D03972980B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8184936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3-item Lis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raphic 19">
            <a:extLst>
              <a:ext uri="{FF2B5EF4-FFF2-40B4-BE49-F238E27FC236}">
                <a16:creationId xmlns:a16="http://schemas.microsoft.com/office/drawing/2014/main" id="{12B56A70-7567-C92C-3684-1D7A5CFED2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DF77D523-3D90-2B43-F736-9B3B753F0D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473FDD9D-EB0B-81FC-9778-CC03FC5AC7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23" name="Graphic 22">
            <a:extLst>
              <a:ext uri="{FF2B5EF4-FFF2-40B4-BE49-F238E27FC236}">
                <a16:creationId xmlns:a16="http://schemas.microsoft.com/office/drawing/2014/main" id="{FCC2840D-4A62-F2E6-3070-B08687B931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24" name="Graphic 23">
            <a:extLst>
              <a:ext uri="{FF2B5EF4-FFF2-40B4-BE49-F238E27FC236}">
                <a16:creationId xmlns:a16="http://schemas.microsoft.com/office/drawing/2014/main" id="{CD2B67A3-8ECE-FA6E-E9DD-4AEEC42C33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F25453ED-C95D-4AAB-81C4-799F4ED0B2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26" name="Graphic 25">
            <a:extLst>
              <a:ext uri="{FF2B5EF4-FFF2-40B4-BE49-F238E27FC236}">
                <a16:creationId xmlns:a16="http://schemas.microsoft.com/office/drawing/2014/main" id="{B623FA84-55D8-A6D5-DFFF-CC47AC503A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105A075-85F2-41BF-8B49-CCF4C23187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360" y="619059"/>
            <a:ext cx="3759200" cy="5594705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56">
            <a:extLst>
              <a:ext uri="{FF2B5EF4-FFF2-40B4-BE49-F238E27FC236}">
                <a16:creationId xmlns:a16="http://schemas.microsoft.com/office/drawing/2014/main" id="{C8C61D79-03FE-ECAA-FE54-5E962CDDCBA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54564" y="619059"/>
            <a:ext cx="6148387" cy="619136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D2AFE5CD-33A9-C54E-9D9B-2AE89C41434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54563" y="1408490"/>
            <a:ext cx="6148387" cy="466492"/>
          </a:xfrm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Text Placeholder 56">
            <a:extLst>
              <a:ext uri="{FF2B5EF4-FFF2-40B4-BE49-F238E27FC236}">
                <a16:creationId xmlns:a16="http://schemas.microsoft.com/office/drawing/2014/main" id="{9E484BC1-D49B-E0C0-4DE7-3562F56FB9D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754564" y="2698273"/>
            <a:ext cx="6148387" cy="619136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8B791A9C-9693-0354-F7C1-E3D7C035B96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754563" y="3487704"/>
            <a:ext cx="6148387" cy="466492"/>
          </a:xfrm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16" name="Text Placeholder 56">
            <a:extLst>
              <a:ext uri="{FF2B5EF4-FFF2-40B4-BE49-F238E27FC236}">
                <a16:creationId xmlns:a16="http://schemas.microsoft.com/office/drawing/2014/main" id="{01BD07A9-0252-E289-F67E-16E49AB34FA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754564" y="4777487"/>
            <a:ext cx="6148387" cy="619136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89D84A0A-6945-A86E-EF3C-478EC427E70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754563" y="5566918"/>
            <a:ext cx="6148387" cy="466492"/>
          </a:xfrm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4D2E22E-5291-0ECE-24CE-822A170F879E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r>
              <a:rPr lang="en-US" altLang="zh-CN"/>
              <a:t>03/12/2025</a:t>
            </a:r>
            <a:fld id="{C764DE79-268F-4C1A-8933-263129D2AF90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9BF9B74-DEF6-75F5-FBA0-450F00D331A9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FF899DC9-05C0-31C4-FBE0-390489C5A1ED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09653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-item List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997FF944-F9CB-72E0-BAB1-7359CA21A9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32DCF9D2-4442-407A-9D51-A55E3A2465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EEE55D82-BDD6-E74E-D6B6-CAE2FB5998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46269A58-9A13-2BC9-46F6-6AE889D1FB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7517490E-C0AE-12F1-897E-807622E65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4CD31DD2-037F-8C1B-34B7-BEB2157A58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D9029B14-79E3-D7D1-7A7D-31EFD3DFF6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  <p:sp>
        <p:nvSpPr>
          <p:cNvPr id="20" name="Title 1">
            <a:extLst>
              <a:ext uri="{FF2B5EF4-FFF2-40B4-BE49-F238E27FC236}">
                <a16:creationId xmlns:a16="http://schemas.microsoft.com/office/drawing/2014/main" id="{299CBD0D-0A96-C492-904C-B482D9BB9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3942" y="587547"/>
            <a:ext cx="10180800" cy="1288800"/>
          </a:xfrm>
        </p:spPr>
        <p:txBody>
          <a:bodyPr lIns="0" tIns="0" rIns="0" bIns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Text Placeholder 56">
            <a:extLst>
              <a:ext uri="{FF2B5EF4-FFF2-40B4-BE49-F238E27FC236}">
                <a16:creationId xmlns:a16="http://schemas.microsoft.com/office/drawing/2014/main" id="{1CC0D6B4-8101-118A-4C19-388B156C37D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23039" y="2190649"/>
            <a:ext cx="4649687" cy="619136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D859BBC9-4B12-B54E-1ABF-6C39A0D158E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23038" y="2980080"/>
            <a:ext cx="4649687" cy="466492"/>
          </a:xfrm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3" name="Text Placeholder 56">
            <a:extLst>
              <a:ext uri="{FF2B5EF4-FFF2-40B4-BE49-F238E27FC236}">
                <a16:creationId xmlns:a16="http://schemas.microsoft.com/office/drawing/2014/main" id="{19DEC46A-434C-8181-009F-7679DBBD287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25797" y="2190649"/>
            <a:ext cx="4649687" cy="619136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5A05EDE1-EA47-8250-4FCD-22366835BD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25796" y="2980080"/>
            <a:ext cx="4649687" cy="466492"/>
          </a:xfrm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5" name="Text Placeholder 56">
            <a:extLst>
              <a:ext uri="{FF2B5EF4-FFF2-40B4-BE49-F238E27FC236}">
                <a16:creationId xmlns:a16="http://schemas.microsoft.com/office/drawing/2014/main" id="{6B7CCFED-F8DF-B740-5D60-CF7A1720724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123038" y="4048216"/>
            <a:ext cx="4649687" cy="619136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6EB1B667-E444-AE8A-9137-F98FAA8CC903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123037" y="4837647"/>
            <a:ext cx="4649687" cy="466492"/>
          </a:xfrm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7" name="Text Placeholder 56">
            <a:extLst>
              <a:ext uri="{FF2B5EF4-FFF2-40B4-BE49-F238E27FC236}">
                <a16:creationId xmlns:a16="http://schemas.microsoft.com/office/drawing/2014/main" id="{4910E34B-2833-560D-E5BB-8BA7D8CCD35F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25796" y="4048216"/>
            <a:ext cx="4649687" cy="619136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8" name="Text Placeholder 14">
            <a:extLst>
              <a:ext uri="{FF2B5EF4-FFF2-40B4-BE49-F238E27FC236}">
                <a16:creationId xmlns:a16="http://schemas.microsoft.com/office/drawing/2014/main" id="{B4E6F647-4DC0-F0D9-BFDD-C0152841B70D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25795" y="4837647"/>
            <a:ext cx="4649687" cy="466492"/>
          </a:xfrm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03/12/2025</a:t>
            </a:r>
            <a:fld id="{EF9E5040-F7E0-40EC-B8E9-CED28200FAA3}" type="datetime1">
              <a:rPr lang="en-US" smtClean="0"/>
              <a:t>1/9/2026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859757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-item List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75B51503-D766-77E0-D553-3088EB8D6C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4CBAC724-994C-C9A4-1A11-D7012CD04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76F4892A-7A63-1030-2928-C5BCC61D2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E6BC3891-7DA9-E826-FA00-EBA759161C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8049806F-6299-F4F1-93FF-C19FCC62BE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D685D0C2-CD15-26D3-C8E1-A6F78D2202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613F54BE-2CD9-BDA0-6DB2-3F3B2145FE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E9DDD2B5-0EF0-955B-9C82-ADB2B51F8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198" y="500240"/>
            <a:ext cx="11475604" cy="1073476"/>
          </a:xfrm>
        </p:spPr>
        <p:txBody>
          <a:bodyPr lIns="0" tIns="0" r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1" name="Text Placeholder 56">
            <a:extLst>
              <a:ext uri="{FF2B5EF4-FFF2-40B4-BE49-F238E27FC236}">
                <a16:creationId xmlns:a16="http://schemas.microsoft.com/office/drawing/2014/main" id="{1B5632FA-CEFF-3098-2075-2E06503F34C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23039" y="2190649"/>
            <a:ext cx="4649687" cy="61913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29B2C7E2-05A0-EC4C-2ED8-367BEA9C0EA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23038" y="2980080"/>
            <a:ext cx="4649687" cy="466492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3" name="Text Placeholder 56">
            <a:extLst>
              <a:ext uri="{FF2B5EF4-FFF2-40B4-BE49-F238E27FC236}">
                <a16:creationId xmlns:a16="http://schemas.microsoft.com/office/drawing/2014/main" id="{631E7DFE-47A7-F680-0937-F3B4EF13CB0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25797" y="2190649"/>
            <a:ext cx="4649687" cy="61913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758AD1CD-C2A0-ED67-2C2F-36CFBF443C6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25796" y="2980080"/>
            <a:ext cx="4649687" cy="466492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5" name="Text Placeholder 56">
            <a:extLst>
              <a:ext uri="{FF2B5EF4-FFF2-40B4-BE49-F238E27FC236}">
                <a16:creationId xmlns:a16="http://schemas.microsoft.com/office/drawing/2014/main" id="{4AAE357D-533B-F8B6-0BEC-81B92B54DC0F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123038" y="4048216"/>
            <a:ext cx="4649687" cy="61913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12D2C8CC-5B95-14E1-8D54-B2C9A499F343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123037" y="4837647"/>
            <a:ext cx="4649687" cy="466492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7" name="Text Placeholder 56">
            <a:extLst>
              <a:ext uri="{FF2B5EF4-FFF2-40B4-BE49-F238E27FC236}">
                <a16:creationId xmlns:a16="http://schemas.microsoft.com/office/drawing/2014/main" id="{60D297D0-C91F-7DC0-3C46-266DFCA2B68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25796" y="4048216"/>
            <a:ext cx="4649687" cy="61913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8" name="Text Placeholder 14">
            <a:extLst>
              <a:ext uri="{FF2B5EF4-FFF2-40B4-BE49-F238E27FC236}">
                <a16:creationId xmlns:a16="http://schemas.microsoft.com/office/drawing/2014/main" id="{AE518FDF-E6E9-A2BE-EA6A-209C9D13A42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25795" y="4837647"/>
            <a:ext cx="4649687" cy="466492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r>
              <a:rPr lang="en-US" altLang="zh-CN"/>
              <a:t>03/12/2025</a:t>
            </a:r>
            <a:fld id="{EF9E5040-F7E0-40EC-B8E9-CED28200FAA3}" type="datetime1">
              <a:rPr lang="en-US" smtClean="0"/>
              <a:t>1/9/2026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51813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-item Lists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06F8E77A-F9B4-1296-3CC4-9619CA51C2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07D011C6-4189-F325-82D3-B14F488AA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3C92D2E1-34F1-B8B1-019F-8F319C635C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43AF3E0A-1C0D-A8B0-F218-D2A4924976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9A8BAC95-7BCC-04C5-0886-8313841904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C9982082-66D3-17B7-0F37-AD06484171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588B3DE8-B6EE-F73E-791C-CAD4471C77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BED3D0D3-EBE4-F72D-C2CC-5E9E26EA3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360" y="619059"/>
            <a:ext cx="3759200" cy="5594705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Text Placeholder 56">
            <a:extLst>
              <a:ext uri="{FF2B5EF4-FFF2-40B4-BE49-F238E27FC236}">
                <a16:creationId xmlns:a16="http://schemas.microsoft.com/office/drawing/2014/main" id="{254639AB-CA9E-2137-E590-EBD3426F68B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56975" y="1747304"/>
            <a:ext cx="3175798" cy="619136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8D71DBA7-34F8-2FE8-7EDB-AEC04F7274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56974" y="2536735"/>
            <a:ext cx="3175798" cy="466492"/>
          </a:xfrm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3" name="Text Placeholder 56">
            <a:extLst>
              <a:ext uri="{FF2B5EF4-FFF2-40B4-BE49-F238E27FC236}">
                <a16:creationId xmlns:a16="http://schemas.microsoft.com/office/drawing/2014/main" id="{ABA547F8-6694-D34F-A6A9-777054D72CB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253278" y="1747304"/>
            <a:ext cx="3175798" cy="619136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E5F96CE9-CBCD-4845-F140-0B2E7355C2D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253277" y="2536735"/>
            <a:ext cx="3175798" cy="466492"/>
          </a:xfrm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5" name="Text Placeholder 56">
            <a:extLst>
              <a:ext uri="{FF2B5EF4-FFF2-40B4-BE49-F238E27FC236}">
                <a16:creationId xmlns:a16="http://schemas.microsoft.com/office/drawing/2014/main" id="{5764EB6D-F440-4D04-97DF-E133191EE03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656974" y="3604871"/>
            <a:ext cx="3175798" cy="619136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9EE5159A-6828-D90B-6F1A-53B1111E6FA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6973" y="4394302"/>
            <a:ext cx="3175798" cy="466492"/>
          </a:xfrm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7" name="Text Placeholder 56">
            <a:extLst>
              <a:ext uri="{FF2B5EF4-FFF2-40B4-BE49-F238E27FC236}">
                <a16:creationId xmlns:a16="http://schemas.microsoft.com/office/drawing/2014/main" id="{96B4812D-844A-2D3F-4796-7460744A525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253277" y="3604871"/>
            <a:ext cx="3175798" cy="619136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8" name="Text Placeholder 14">
            <a:extLst>
              <a:ext uri="{FF2B5EF4-FFF2-40B4-BE49-F238E27FC236}">
                <a16:creationId xmlns:a16="http://schemas.microsoft.com/office/drawing/2014/main" id="{BE2FD5A3-FA5A-43ED-8C1C-3582129FFB4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8253276" y="4394302"/>
            <a:ext cx="3175798" cy="466492"/>
          </a:xfrm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r>
              <a:rPr lang="en-US" altLang="zh-CN"/>
              <a:t>03/12/2025</a:t>
            </a:r>
            <a:fld id="{EF9E5040-F7E0-40EC-B8E9-CED28200FAA3}" type="datetime1">
              <a:rPr lang="en-US" smtClean="0"/>
              <a:t>1/9/2026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34395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-item Lists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1B36FC04-2ED0-1049-3716-5A2DB0EAA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DA202160-B5C0-DE4F-41C7-BED5B16695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2F3DC590-ED54-87AD-F5C5-4DF123F52B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3B73DFDE-3F6D-4E31-2140-E9C03EF29C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5A8F2D76-E032-34B3-34FF-5657EBE7EF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77206F62-1C79-E06C-78CA-6CFD0AAC5C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082BF471-5197-CE4A-6E1C-22F79A9EEA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  <p:sp>
        <p:nvSpPr>
          <p:cNvPr id="6" name="Rectangle: Rounded Corners 162">
            <a:extLst>
              <a:ext uri="{FF2B5EF4-FFF2-40B4-BE49-F238E27FC236}">
                <a16:creationId xmlns:a16="http://schemas.microsoft.com/office/drawing/2014/main" id="{3BDC3096-159F-CB8C-3F19-F80A34601C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47721" y="4085816"/>
            <a:ext cx="4998986" cy="1970686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Rectangle: Rounded Corners 163">
            <a:extLst>
              <a:ext uri="{FF2B5EF4-FFF2-40B4-BE49-F238E27FC236}">
                <a16:creationId xmlns:a16="http://schemas.microsoft.com/office/drawing/2014/main" id="{A701AC90-7DEE-26D7-9D2D-D6165CDB70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45294" y="4085816"/>
            <a:ext cx="4998986" cy="1970686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Rectangle: Rounded Corners 161">
            <a:extLst>
              <a:ext uri="{FF2B5EF4-FFF2-40B4-BE49-F238E27FC236}">
                <a16:creationId xmlns:a16="http://schemas.microsoft.com/office/drawing/2014/main" id="{C5E2A3E6-C6C7-F9BB-7F92-77BB1B18FB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47722" y="2000866"/>
            <a:ext cx="4998986" cy="1970686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Rectangle: Rounded Corners 160">
            <a:extLst>
              <a:ext uri="{FF2B5EF4-FFF2-40B4-BE49-F238E27FC236}">
                <a16:creationId xmlns:a16="http://schemas.microsoft.com/office/drawing/2014/main" id="{38A7B0B3-B663-8D44-FAF1-C7C830BFF4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45294" y="1998853"/>
            <a:ext cx="5002685" cy="1970686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DC5F72C6-1489-C727-6804-B2BF79ECC6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231229" y="3153099"/>
            <a:ext cx="813530" cy="817229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755AAF18-EE95-39A3-8282-DA80613A91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H="1">
            <a:off x="6147722" y="3145701"/>
            <a:ext cx="824627" cy="82462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62019E46-A387-0083-6042-81875A0C6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flipV="1">
            <a:off x="5232033" y="4084547"/>
            <a:ext cx="813530" cy="824627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F874009F-978B-7916-7CC3-F98793C7E5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10800000">
            <a:off x="6147722" y="4084549"/>
            <a:ext cx="824627" cy="824627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4D6DFE84-8898-A95F-2D80-547AB04C66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198" y="500240"/>
            <a:ext cx="11475604" cy="1073476"/>
          </a:xfrm>
        </p:spPr>
        <p:txBody>
          <a:bodyPr lIns="0" tIns="0" r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1" name="Content Placeholder 25">
            <a:extLst>
              <a:ext uri="{FF2B5EF4-FFF2-40B4-BE49-F238E27FC236}">
                <a16:creationId xmlns:a16="http://schemas.microsoft.com/office/drawing/2014/main" id="{94DED478-B1AE-792E-3E9E-E1D07F820945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1463152" y="2262701"/>
            <a:ext cx="2628365" cy="520700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2" name="Content Placeholder 28">
            <a:extLst>
              <a:ext uri="{FF2B5EF4-FFF2-40B4-BE49-F238E27FC236}">
                <a16:creationId xmlns:a16="http://schemas.microsoft.com/office/drawing/2014/main" id="{ABAB6D60-6C1B-16E2-0C02-CFCBFB4CD7DF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463152" y="3044865"/>
            <a:ext cx="2628900" cy="52070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algn="l">
              <a:lnSpc>
                <a:spcPct val="120000"/>
              </a:lnSpc>
              <a:defRPr sz="1400">
                <a:solidFill>
                  <a:schemeClr val="bg1"/>
                </a:solidFill>
              </a:defRPr>
            </a:lvl2pPr>
            <a:lvl3pPr algn="l">
              <a:lnSpc>
                <a:spcPct val="120000"/>
              </a:lnSpc>
              <a:defRPr sz="1400">
                <a:solidFill>
                  <a:schemeClr val="bg1"/>
                </a:solidFill>
              </a:defRPr>
            </a:lvl3pPr>
            <a:lvl4pPr algn="l">
              <a:lnSpc>
                <a:spcPct val="120000"/>
              </a:lnSpc>
              <a:defRPr sz="1400">
                <a:solidFill>
                  <a:schemeClr val="bg1"/>
                </a:solidFill>
              </a:defRPr>
            </a:lvl4pPr>
            <a:lvl5pPr algn="l">
              <a:lnSpc>
                <a:spcPct val="120000"/>
              </a:lnSpc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3" name="Content Placeholder 25">
            <a:extLst>
              <a:ext uri="{FF2B5EF4-FFF2-40B4-BE49-F238E27FC236}">
                <a16:creationId xmlns:a16="http://schemas.microsoft.com/office/drawing/2014/main" id="{73047208-84EA-55DE-AD5D-183A38DEBCAA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1463152" y="4349214"/>
            <a:ext cx="2628365" cy="520700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4" name="Content Placeholder 28">
            <a:extLst>
              <a:ext uri="{FF2B5EF4-FFF2-40B4-BE49-F238E27FC236}">
                <a16:creationId xmlns:a16="http://schemas.microsoft.com/office/drawing/2014/main" id="{3DED395E-75DE-634A-8DB6-A90D32D442CF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1463152" y="5131378"/>
            <a:ext cx="2628900" cy="52070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algn="l">
              <a:lnSpc>
                <a:spcPct val="120000"/>
              </a:lnSpc>
              <a:defRPr sz="1400">
                <a:solidFill>
                  <a:schemeClr val="bg1"/>
                </a:solidFill>
              </a:defRPr>
            </a:lvl2pPr>
            <a:lvl3pPr algn="l">
              <a:lnSpc>
                <a:spcPct val="120000"/>
              </a:lnSpc>
              <a:defRPr sz="1400">
                <a:solidFill>
                  <a:schemeClr val="bg1"/>
                </a:solidFill>
              </a:defRPr>
            </a:lvl3pPr>
            <a:lvl4pPr algn="l">
              <a:lnSpc>
                <a:spcPct val="120000"/>
              </a:lnSpc>
              <a:defRPr sz="1400">
                <a:solidFill>
                  <a:schemeClr val="bg1"/>
                </a:solidFill>
              </a:defRPr>
            </a:lvl4pPr>
            <a:lvl5pPr marL="1828800" indent="0" algn="l">
              <a:lnSpc>
                <a:spcPct val="120000"/>
              </a:lnSpc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5" name="Content Placeholder 25">
            <a:extLst>
              <a:ext uri="{FF2B5EF4-FFF2-40B4-BE49-F238E27FC236}">
                <a16:creationId xmlns:a16="http://schemas.microsoft.com/office/drawing/2014/main" id="{D6EE2418-F300-6FA5-4A2E-196086CE5081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8100483" y="2262701"/>
            <a:ext cx="2628365" cy="520700"/>
          </a:xfrm>
        </p:spPr>
        <p:txBody>
          <a:bodyPr lIns="0" tIns="0" rIns="0" bIns="0" anchor="b" anchorCtr="0">
            <a:noAutofit/>
          </a:bodyPr>
          <a:lstStyle>
            <a:lvl1pPr marL="0" indent="0" algn="r">
              <a:lnSpc>
                <a:spcPct val="100000"/>
              </a:lnSpc>
              <a:buNone/>
              <a:defRPr sz="18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6" name="Content Placeholder 28">
            <a:extLst>
              <a:ext uri="{FF2B5EF4-FFF2-40B4-BE49-F238E27FC236}">
                <a16:creationId xmlns:a16="http://schemas.microsoft.com/office/drawing/2014/main" id="{471FF59D-FB9C-B9B6-5661-6B8197DC3E79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8100483" y="3044865"/>
            <a:ext cx="2628900" cy="520700"/>
          </a:xfrm>
        </p:spPr>
        <p:txBody>
          <a:bodyPr lIns="0" tIns="0" rIns="0" bIns="0">
            <a:noAutofit/>
          </a:bodyPr>
          <a:lstStyle>
            <a:lvl1pPr marL="0" indent="0" algn="r">
              <a:lnSpc>
                <a:spcPct val="120000"/>
              </a:lnSpc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algn="r">
              <a:lnSpc>
                <a:spcPct val="120000"/>
              </a:lnSpc>
              <a:defRPr sz="1400">
                <a:solidFill>
                  <a:schemeClr val="bg1"/>
                </a:solidFill>
              </a:defRPr>
            </a:lvl2pPr>
            <a:lvl3pPr algn="r">
              <a:lnSpc>
                <a:spcPct val="120000"/>
              </a:lnSpc>
              <a:defRPr sz="1400">
                <a:solidFill>
                  <a:schemeClr val="bg1"/>
                </a:solidFill>
              </a:defRPr>
            </a:lvl3pPr>
            <a:lvl4pPr algn="r">
              <a:lnSpc>
                <a:spcPct val="120000"/>
              </a:lnSpc>
              <a:defRPr sz="1400">
                <a:solidFill>
                  <a:schemeClr val="bg1"/>
                </a:solidFill>
              </a:defRPr>
            </a:lvl4pPr>
            <a:lvl5pPr algn="r">
              <a:lnSpc>
                <a:spcPct val="120000"/>
              </a:lnSpc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7" name="Content Placeholder 25">
            <a:extLst>
              <a:ext uri="{FF2B5EF4-FFF2-40B4-BE49-F238E27FC236}">
                <a16:creationId xmlns:a16="http://schemas.microsoft.com/office/drawing/2014/main" id="{8529AE36-23FC-FD32-AA5D-6E71853427E6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8100483" y="4349214"/>
            <a:ext cx="2628365" cy="520700"/>
          </a:xfrm>
        </p:spPr>
        <p:txBody>
          <a:bodyPr lIns="0" tIns="0" rIns="0" bIns="0" anchor="b" anchorCtr="0">
            <a:noAutofit/>
          </a:bodyPr>
          <a:lstStyle>
            <a:lvl1pPr marL="0" indent="0" algn="r">
              <a:lnSpc>
                <a:spcPct val="100000"/>
              </a:lnSpc>
              <a:buNone/>
              <a:defRPr sz="18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8" name="Content Placeholder 28">
            <a:extLst>
              <a:ext uri="{FF2B5EF4-FFF2-40B4-BE49-F238E27FC236}">
                <a16:creationId xmlns:a16="http://schemas.microsoft.com/office/drawing/2014/main" id="{D9A4AC4F-F55E-1B85-C65A-26A8AEBA7B0D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8100483" y="5131378"/>
            <a:ext cx="2628900" cy="520700"/>
          </a:xfrm>
        </p:spPr>
        <p:txBody>
          <a:bodyPr lIns="0" tIns="0" rIns="0" bIns="0">
            <a:noAutofit/>
          </a:bodyPr>
          <a:lstStyle>
            <a:lvl1pPr marL="0" indent="0" algn="r">
              <a:lnSpc>
                <a:spcPct val="120000"/>
              </a:lnSpc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algn="r">
              <a:lnSpc>
                <a:spcPct val="120000"/>
              </a:lnSpc>
              <a:defRPr sz="1400">
                <a:solidFill>
                  <a:schemeClr val="bg1"/>
                </a:solidFill>
              </a:defRPr>
            </a:lvl2pPr>
            <a:lvl3pPr algn="r">
              <a:lnSpc>
                <a:spcPct val="120000"/>
              </a:lnSpc>
              <a:defRPr sz="1400">
                <a:solidFill>
                  <a:schemeClr val="bg1"/>
                </a:solidFill>
              </a:defRPr>
            </a:lvl3pPr>
            <a:lvl4pPr algn="r">
              <a:lnSpc>
                <a:spcPct val="120000"/>
              </a:lnSpc>
              <a:defRPr sz="1400">
                <a:solidFill>
                  <a:schemeClr val="bg1"/>
                </a:solidFill>
              </a:defRPr>
            </a:lvl4pPr>
            <a:lvl5pPr algn="r">
              <a:lnSpc>
                <a:spcPct val="120000"/>
              </a:lnSpc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03/12/2025</a:t>
            </a:r>
            <a:fld id="{EF9E5040-F7E0-40EC-B8E9-CED28200FAA3}" type="datetime1">
              <a:rPr lang="en-US" smtClean="0"/>
              <a:t>1/9/2026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114213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6-item List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00591C83-B386-7D0E-7C1D-E12BAB84EE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DEFAF0D7-BD64-ADAE-223A-F783340B13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79143A11-48CE-7664-B0A5-25B6C19D7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78233E72-0A62-F1E3-8CCC-BE48B87516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C5EFFB1B-DA30-1F1E-A402-34FAC3CFDA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85169108-88F8-A4F5-9405-33D0E2DABC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A6937874-5903-EF14-04E7-E4C1930776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D1F99B0A-BBFA-64EB-E803-DCFC7D02CB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198" y="500240"/>
            <a:ext cx="11475604" cy="1073476"/>
          </a:xfrm>
        </p:spPr>
        <p:txBody>
          <a:bodyPr lIns="0" tIns="0" r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Text Placeholder 56">
            <a:extLst>
              <a:ext uri="{FF2B5EF4-FFF2-40B4-BE49-F238E27FC236}">
                <a16:creationId xmlns:a16="http://schemas.microsoft.com/office/drawing/2014/main" id="{6A01F093-8DD4-FF48-97B6-D50AB2DCD39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2115" y="1796213"/>
            <a:ext cx="2624626" cy="61913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AD64A974-9F6C-88A1-7379-98DDC462275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782114" y="2585644"/>
            <a:ext cx="2624626" cy="466492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8" name="Text Placeholder 56">
            <a:extLst>
              <a:ext uri="{FF2B5EF4-FFF2-40B4-BE49-F238E27FC236}">
                <a16:creationId xmlns:a16="http://schemas.microsoft.com/office/drawing/2014/main" id="{D69B88C8-0B1A-30A6-201B-11653ED782B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766042" y="1796213"/>
            <a:ext cx="2624626" cy="61913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6ABEB7A8-546C-B690-DC22-E00F370CDBF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766041" y="2585644"/>
            <a:ext cx="2624626" cy="466492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10" name="Text Placeholder 56">
            <a:extLst>
              <a:ext uri="{FF2B5EF4-FFF2-40B4-BE49-F238E27FC236}">
                <a16:creationId xmlns:a16="http://schemas.microsoft.com/office/drawing/2014/main" id="{99FB5BFD-3208-88BF-B7AD-114CC95116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782114" y="3344212"/>
            <a:ext cx="2624626" cy="61913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1CD0599B-106C-BA72-8206-25FE31640C14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2782113" y="4133643"/>
            <a:ext cx="2624626" cy="466492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12" name="Text Placeholder 56">
            <a:extLst>
              <a:ext uri="{FF2B5EF4-FFF2-40B4-BE49-F238E27FC236}">
                <a16:creationId xmlns:a16="http://schemas.microsoft.com/office/drawing/2014/main" id="{F72C48DA-CF12-7337-1A73-5FFE65AB1C2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766041" y="3344212"/>
            <a:ext cx="2624626" cy="61913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A685A3FF-A0A3-C004-ECDF-15336B603D62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766040" y="4133643"/>
            <a:ext cx="2624626" cy="466492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1" name="Text Placeholder 56">
            <a:extLst>
              <a:ext uri="{FF2B5EF4-FFF2-40B4-BE49-F238E27FC236}">
                <a16:creationId xmlns:a16="http://schemas.microsoft.com/office/drawing/2014/main" id="{E8606232-E384-624D-E123-739E4ADCD9E7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2782113" y="4896040"/>
            <a:ext cx="2624626" cy="61913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92F4FB10-B255-F58C-FEA9-31161CCBED39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2782112" y="5685471"/>
            <a:ext cx="2624626" cy="466492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3" name="Text Placeholder 56">
            <a:extLst>
              <a:ext uri="{FF2B5EF4-FFF2-40B4-BE49-F238E27FC236}">
                <a16:creationId xmlns:a16="http://schemas.microsoft.com/office/drawing/2014/main" id="{C4859FFB-8631-F638-419E-52E8D668A6A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766040" y="4896040"/>
            <a:ext cx="2624626" cy="61913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31E58723-68B8-C765-0237-3EC5DD03FCC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766039" y="5685471"/>
            <a:ext cx="2624626" cy="466492"/>
          </a:xfrm>
        </p:spPr>
        <p:txBody>
          <a:bodyPr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r>
              <a:rPr lang="en-US" altLang="zh-CN"/>
              <a:t>03/12/2025</a:t>
            </a:r>
            <a:fld id="{EF9E5040-F7E0-40EC-B8E9-CED28200FAA3}" type="datetime1">
              <a:rPr lang="en-US" smtClean="0"/>
              <a:t>1/9/2026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lIns="0" tIns="0" rIns="0" bIns="0"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200292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6-item List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75A52460-7484-5B6A-4D4D-D2D01CB9D9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E5BAA614-2E61-CCFF-D405-F486F5842D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DFC84F41-52D2-3920-9EFC-0B738C1652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36B96066-D198-F5D8-C227-3401CED89C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0A453E22-1865-B2A5-6455-1CC7C27CFA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A38A0F1F-82B8-846F-8BA7-47D0FD1004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724D7C14-4508-2681-806B-FE71305BE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022CCD7E-F2AA-CC78-04AB-D486AEC85E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3942" y="587547"/>
            <a:ext cx="10180800" cy="1288800"/>
          </a:xfrm>
        </p:spPr>
        <p:txBody>
          <a:bodyPr lIns="0" tIns="0" r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56">
            <a:extLst>
              <a:ext uri="{FF2B5EF4-FFF2-40B4-BE49-F238E27FC236}">
                <a16:creationId xmlns:a16="http://schemas.microsoft.com/office/drawing/2014/main" id="{179A5CF4-255F-CFAB-125A-3A0352A438E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23942" y="2406323"/>
            <a:ext cx="2887089" cy="619136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9F7AEB3C-7966-43C2-8380-B51B9723210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23941" y="3195754"/>
            <a:ext cx="2887089" cy="466492"/>
          </a:xfrm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7" name="Text Placeholder 56">
            <a:extLst>
              <a:ext uri="{FF2B5EF4-FFF2-40B4-BE49-F238E27FC236}">
                <a16:creationId xmlns:a16="http://schemas.microsoft.com/office/drawing/2014/main" id="{D008506E-4E41-C475-C6EE-76F584EA120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720245" y="2406323"/>
            <a:ext cx="2887089" cy="619136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8" name="Text Placeholder 14">
            <a:extLst>
              <a:ext uri="{FF2B5EF4-FFF2-40B4-BE49-F238E27FC236}">
                <a16:creationId xmlns:a16="http://schemas.microsoft.com/office/drawing/2014/main" id="{A933613E-9320-8908-1786-39D70F24581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720244" y="3195754"/>
            <a:ext cx="2887089" cy="466492"/>
          </a:xfrm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33" name="Text Placeholder 56">
            <a:extLst>
              <a:ext uri="{FF2B5EF4-FFF2-40B4-BE49-F238E27FC236}">
                <a16:creationId xmlns:a16="http://schemas.microsoft.com/office/drawing/2014/main" id="{436CCC09-35F4-DA88-50B1-CE73D2422D6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6548" y="2408577"/>
            <a:ext cx="2887089" cy="619136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34" name="Text Placeholder 14">
            <a:extLst>
              <a:ext uri="{FF2B5EF4-FFF2-40B4-BE49-F238E27FC236}">
                <a16:creationId xmlns:a16="http://schemas.microsoft.com/office/drawing/2014/main" id="{C4785E00-B229-7691-D3AD-A16E1C25B765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316547" y="3198008"/>
            <a:ext cx="2887089" cy="466492"/>
          </a:xfrm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29" name="Text Placeholder 56">
            <a:extLst>
              <a:ext uri="{FF2B5EF4-FFF2-40B4-BE49-F238E27FC236}">
                <a16:creationId xmlns:a16="http://schemas.microsoft.com/office/drawing/2014/main" id="{365D0DE3-7901-B800-24A7-314F8C46ABF8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123941" y="4263890"/>
            <a:ext cx="2887089" cy="619136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742B291F-64E1-182C-1242-5F947D12AF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123940" y="5053321"/>
            <a:ext cx="2887089" cy="466492"/>
          </a:xfrm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31" name="Text Placeholder 56">
            <a:extLst>
              <a:ext uri="{FF2B5EF4-FFF2-40B4-BE49-F238E27FC236}">
                <a16:creationId xmlns:a16="http://schemas.microsoft.com/office/drawing/2014/main" id="{3B8A3B61-9FD4-B54D-7C75-1549E6B148F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720244" y="4263890"/>
            <a:ext cx="2887089" cy="619136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32" name="Text Placeholder 14">
            <a:extLst>
              <a:ext uri="{FF2B5EF4-FFF2-40B4-BE49-F238E27FC236}">
                <a16:creationId xmlns:a16="http://schemas.microsoft.com/office/drawing/2014/main" id="{7EFFE103-8D5A-CE88-1D6F-1B059616A62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4720243" y="5053321"/>
            <a:ext cx="2887089" cy="466492"/>
          </a:xfrm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35" name="Text Placeholder 56">
            <a:extLst>
              <a:ext uri="{FF2B5EF4-FFF2-40B4-BE49-F238E27FC236}">
                <a16:creationId xmlns:a16="http://schemas.microsoft.com/office/drawing/2014/main" id="{C03AE7A2-6C5C-2338-7E5B-68A9560D3E3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8316547" y="4266144"/>
            <a:ext cx="2887089" cy="619136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36" name="Text Placeholder 14">
            <a:extLst>
              <a:ext uri="{FF2B5EF4-FFF2-40B4-BE49-F238E27FC236}">
                <a16:creationId xmlns:a16="http://schemas.microsoft.com/office/drawing/2014/main" id="{C1FE61B8-8800-0416-40F4-FDF7F3973A7F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8316546" y="5055575"/>
            <a:ext cx="2887089" cy="466492"/>
          </a:xfrm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/>
            </a:lvl1pPr>
            <a:lvl2pPr algn="ctr">
              <a:lnSpc>
                <a:spcPct val="120000"/>
              </a:lnSpc>
              <a:defRPr sz="1400"/>
            </a:lvl2pPr>
            <a:lvl3pPr algn="ctr">
              <a:lnSpc>
                <a:spcPct val="120000"/>
              </a:lnSpc>
              <a:defRPr sz="1400"/>
            </a:lvl3pPr>
            <a:lvl4pPr algn="ctr">
              <a:lnSpc>
                <a:spcPct val="120000"/>
              </a:lnSpc>
              <a:defRPr sz="1400"/>
            </a:lvl4pPr>
            <a:lvl5pPr marL="1828800" indent="0" algn="ctr">
              <a:lnSpc>
                <a:spcPct val="120000"/>
              </a:lnSpc>
              <a:buNone/>
              <a:defRPr sz="14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r>
              <a:rPr lang="en-US" altLang="zh-CN"/>
              <a:t>03/12/2025</a:t>
            </a:r>
            <a:fld id="{EF9E5040-F7E0-40EC-B8E9-CED28200FAA3}" type="datetime1">
              <a:rPr lang="en-US" smtClean="0"/>
              <a:t>1/9/2026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8893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03/12/2025</a:t>
            </a:r>
            <a:fld id="{87CFF128-BAC7-4E0D-8F77-28A571D93B6F}" type="datetime1">
              <a:rPr lang="en-US" smtClean="0"/>
              <a:t>1/9/2026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906065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9"/>
            <a:ext cx="3595634" cy="1757505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4000" y="2724912"/>
            <a:ext cx="3595634" cy="330116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07742" y="831919"/>
            <a:ext cx="6440258" cy="5194161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03/12/2025</a:t>
            </a:r>
            <a:fld id="{12DB3EA1-DD0C-4B8D-8364-52024B4530F1}" type="datetime1">
              <a:rPr lang="en-US" smtClean="0"/>
              <a:t>1/9/2026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701315-8399-FF8D-AA16-D061E4DE24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62DBBF0F-3AB3-9C7E-CE27-B262E9E291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66089B09-9423-C3BC-A16B-6DF24B7302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2AB19293-AF3C-ED7C-F152-8114E173BE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BE5DBCEC-BB69-8AD6-B61A-97123DA4D3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4A7AD52E-1AD9-23D0-9EFA-7A985F94DC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5112B50E-1D72-FF4F-DEAD-5084B9E74C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1460436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31919"/>
            <a:ext cx="3595634" cy="2212313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9024" y="3260034"/>
            <a:ext cx="3585586" cy="2766045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831919"/>
            <a:ext cx="6284681" cy="5194161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03/12/2025</a:t>
            </a:r>
            <a:fld id="{3D157344-9CC7-412D-8C20-072BE86D5A11}" type="datetime1">
              <a:rPr lang="en-US" smtClean="0"/>
              <a:t>1/9/2026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9DE631AA-5A70-5AF7-5B8E-3A31E5C05B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108805FC-0DF4-F254-97DD-ED8F1D6B3E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D3883DC0-5B43-7A23-5227-D23AC23662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381B68FB-D139-0836-5FDA-91F9AF9357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A002CFC4-95B9-151A-3294-8286FA4C49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51236CFE-C74E-6DFE-4552-055246A9B1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CE2C3281-0D30-E610-09B2-10696DD57E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40419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7175" y="831919"/>
            <a:ext cx="7342307" cy="1791217"/>
          </a:xfrm>
        </p:spPr>
        <p:txBody>
          <a:bodyPr anchor="b">
            <a:noAutofit/>
          </a:bodyPr>
          <a:lstStyle>
            <a:lvl1pPr>
              <a:defRPr sz="60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60427" y="3280496"/>
            <a:ext cx="10504000" cy="27432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2"/>
                </a:solidFill>
              </a:defRPr>
            </a:lvl1pPr>
            <a:lvl2pPr marL="228600" indent="0">
              <a:buNone/>
              <a:defRPr sz="1200">
                <a:solidFill>
                  <a:schemeClr val="bg2"/>
                </a:solidFill>
              </a:defRPr>
            </a:lvl2pPr>
            <a:lvl3pPr marL="457200" indent="0">
              <a:buNone/>
              <a:defRPr sz="1100">
                <a:solidFill>
                  <a:schemeClr val="bg2"/>
                </a:solidFill>
              </a:defRPr>
            </a:lvl3pPr>
            <a:lvl4pPr marL="685800" indent="0">
              <a:buNone/>
              <a:defRPr sz="1050">
                <a:solidFill>
                  <a:schemeClr val="bg2"/>
                </a:solidFill>
              </a:defRPr>
            </a:lvl4pPr>
            <a:lvl5pPr marL="914400" indent="0">
              <a:buNone/>
              <a:defRPr sz="105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altLang="zh-CN"/>
              <a:t>03/12/2025</a:t>
            </a:r>
            <a:fld id="{157987AA-E4E6-4FC1-BAD8-09A952212C58}" type="datetime1">
              <a:rPr lang="en-US" smtClean="0"/>
              <a:pPr/>
              <a:t>1/9/2026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2951C45C-8638-8E61-6B67-B1C16592AA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0534AAA1-39A3-5479-9543-920058B39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F70F8459-80D2-9C1A-1DFE-E7A7F334E8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866B5947-C1A2-276B-325A-BB2DB4038A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11CB9640-BABB-56FA-C825-4BD2E83560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41245BF9-153C-B7C3-EB7E-3A3789B247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99CAE732-CB2F-BF46-E6D9-7B906FA281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30748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1627318"/>
            <a:ext cx="8430767" cy="1842020"/>
          </a:xfrm>
        </p:spPr>
        <p:txBody>
          <a:bodyPr anchor="b">
            <a:noAutofit/>
          </a:bodyPr>
          <a:lstStyle>
            <a:lvl1pPr>
              <a:defRPr sz="60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44128" y="3622674"/>
            <a:ext cx="8430639" cy="1279615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bg2"/>
                </a:solidFill>
              </a:defRPr>
            </a:lvl1pPr>
            <a:lvl2pPr marL="228600" indent="0">
              <a:buNone/>
              <a:defRPr sz="1200">
                <a:solidFill>
                  <a:schemeClr val="bg2"/>
                </a:solidFill>
              </a:defRPr>
            </a:lvl2pPr>
            <a:lvl3pPr marL="457200" indent="0">
              <a:buNone/>
              <a:defRPr sz="1100">
                <a:solidFill>
                  <a:schemeClr val="bg2"/>
                </a:solidFill>
              </a:defRPr>
            </a:lvl3pPr>
            <a:lvl4pPr marL="685800" indent="0">
              <a:buNone/>
              <a:defRPr sz="1050">
                <a:solidFill>
                  <a:schemeClr val="bg2"/>
                </a:solidFill>
              </a:defRPr>
            </a:lvl4pPr>
            <a:lvl5pPr marL="914400" indent="0">
              <a:buNone/>
              <a:defRPr sz="10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altLang="zh-CN"/>
              <a:t>03/12/2025</a:t>
            </a:r>
            <a:fld id="{043CF65F-0E21-48DE-8D75-4BF66A547E8E}" type="datetime1">
              <a:rPr lang="en-US" smtClean="0"/>
              <a:pPr/>
              <a:t>1/9/2026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A72544D1-53AC-83EB-728E-11CD6A0889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6932" y="5928084"/>
            <a:ext cx="465067" cy="465067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765A2AE3-56B8-5D58-5E78-D481138EF0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1726932" y="6392932"/>
            <a:ext cx="465067" cy="46506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3141F19C-6B2E-7517-7E46-8508F669EB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487718" y="1"/>
            <a:ext cx="487717" cy="48771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96CB1524-8EB4-7107-905F-B795CE58FB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V="1">
            <a:off x="1" y="487489"/>
            <a:ext cx="487717" cy="487717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FD50DEE7-3310-9FE4-CF8E-FD50B1BF05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" y="1"/>
            <a:ext cx="487717" cy="48771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5B3A2B60-4EED-6886-FA25-D8E9D700B3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0" y="975324"/>
            <a:ext cx="487717" cy="48771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A206049D-3E43-32B4-8B6C-01DFBDA45D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435" y="1"/>
            <a:ext cx="487717" cy="4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22450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>
            <a:extLst>
              <a:ext uri="{FF2B5EF4-FFF2-40B4-BE49-F238E27FC236}">
                <a16:creationId xmlns:a16="http://schemas.microsoft.com/office/drawing/2014/main" id="{98E377ED-2A68-0F87-4BC4-4594B37BC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 flipV="1">
            <a:off x="10946087" y="4429697"/>
            <a:ext cx="1245913" cy="1245913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7294E279-FEEF-CF75-AE08-B49301D593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0800000" flipH="1" flipV="1">
            <a:off x="9700174" y="4429697"/>
            <a:ext cx="1245913" cy="1245913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450D42F2-CDA4-8A9A-F454-7D8700F4F6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 flipH="1" flipV="1">
            <a:off x="8454261" y="4429697"/>
            <a:ext cx="1245913" cy="1245913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1AB61A0B-9F68-1765-89FD-6763E89D4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0800000" flipV="1">
            <a:off x="8454261" y="3184370"/>
            <a:ext cx="1245913" cy="1245913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87079737-E191-3AF9-300C-6A7BB88261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0800000">
            <a:off x="10946087" y="3184370"/>
            <a:ext cx="1245913" cy="1245913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103DDB14-D105-E71F-D51A-133E637EA6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 flipH="1" flipV="1">
            <a:off x="10944739" y="1936953"/>
            <a:ext cx="1245913" cy="1245913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A39B4E14-83BE-7D9B-3888-44EE756B52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0800000" flipH="1">
            <a:off x="9697478" y="1936953"/>
            <a:ext cx="1245913" cy="1245913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874B779F-A0D7-D223-851F-0C87CF94E0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 flipH="1">
            <a:off x="9697477" y="1"/>
            <a:ext cx="1245913" cy="1245913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6D0D1310-42DC-93F6-2982-C1F29DEB09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0800000" flipH="1" flipV="1">
            <a:off x="7209695" y="4425260"/>
            <a:ext cx="1245913" cy="1245913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538CA2FA-7200-C377-B25A-AD72256807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76300"/>
            <a:ext cx="5372100" cy="5105400"/>
          </a:xfrm>
        </p:spPr>
        <p:txBody>
          <a:bodyPr>
            <a:noAutofit/>
          </a:bodyPr>
          <a:lstStyle>
            <a:lvl1pPr algn="ctr">
              <a:lnSpc>
                <a:spcPct val="100000"/>
              </a:lnSpc>
              <a:defRPr sz="5400">
                <a:solidFill>
                  <a:sysClr val="windowText" lastClr="000000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798732-41C6-321F-AD08-6108FBD2B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r>
              <a:rPr lang="en-US" altLang="zh-CN"/>
              <a:t>03/12/2025</a:t>
            </a:r>
            <a:fld id="{C764DE79-268F-4C1A-8933-263129D2AF90}" type="datetimeFigureOut">
              <a:rPr lang="en-US" smtClean="0"/>
              <a:pPr/>
              <a:t>1/9/2026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83B810-7F0C-C0E3-BCED-CDBBD73650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965238-A217-A42D-5921-961072126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2135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63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640469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7" r:id="rId1"/>
    <p:sldLayoutId id="2147483675" r:id="rId2"/>
    <p:sldLayoutId id="2147483729" r:id="rId3"/>
    <p:sldLayoutId id="2147483730" r:id="rId4"/>
    <p:sldLayoutId id="2147483731" r:id="rId5"/>
    <p:sldLayoutId id="2147483732" r:id="rId6"/>
    <p:sldLayoutId id="2147483737" r:id="rId7"/>
    <p:sldLayoutId id="2147483738" r:id="rId8"/>
    <p:sldLayoutId id="2147483739" r:id="rId9"/>
    <p:sldLayoutId id="2147483740" r:id="rId10"/>
    <p:sldLayoutId id="2147483759" r:id="rId11"/>
    <p:sldLayoutId id="2147483685" r:id="rId12"/>
    <p:sldLayoutId id="2147483686" r:id="rId13"/>
    <p:sldLayoutId id="2147483746" r:id="rId14"/>
    <p:sldLayoutId id="2147483747" r:id="rId15"/>
    <p:sldLayoutId id="2147483748" r:id="rId16"/>
    <p:sldLayoutId id="2147483750" r:id="rId17"/>
    <p:sldLayoutId id="2147483692" r:id="rId18"/>
    <p:sldLayoutId id="2147483693" r:id="rId19"/>
    <p:sldLayoutId id="2147483694" r:id="rId20"/>
    <p:sldLayoutId id="2147483695" r:id="rId21"/>
    <p:sldLayoutId id="2147483696" r:id="rId22"/>
    <p:sldLayoutId id="2147483697" r:id="rId23"/>
    <p:sldLayoutId id="2147483698" r:id="rId24"/>
    <p:sldLayoutId id="2147483699" r:id="rId25"/>
    <p:sldLayoutId id="2147483700" r:id="rId26"/>
    <p:sldLayoutId id="2147483701" r:id="rId27"/>
    <p:sldLayoutId id="2147483704" r:id="rId28"/>
    <p:sldLayoutId id="2147483705" r:id="rId29"/>
    <p:sldLayoutId id="2147483706" r:id="rId30"/>
    <p:sldLayoutId id="2147483707" r:id="rId31"/>
    <p:sldLayoutId id="2147483708" r:id="rId32"/>
    <p:sldLayoutId id="2147483709" r:id="rId33"/>
    <p:sldLayoutId id="2147483710" r:id="rId34"/>
    <p:sldLayoutId id="2147483711" r:id="rId35"/>
    <p:sldLayoutId id="2147483712" r:id="rId36"/>
    <p:sldLayoutId id="2147483735" r:id="rId37"/>
    <p:sldLayoutId id="2147483736" r:id="rId38"/>
    <p:sldLayoutId id="2147483713" r:id="rId39"/>
    <p:sldLayoutId id="2147483714" r:id="rId40"/>
    <p:sldLayoutId id="2147483715" r:id="rId41"/>
    <p:sldLayoutId id="2147483716" r:id="rId42"/>
    <p:sldLayoutId id="2147483717" r:id="rId43"/>
    <p:sldLayoutId id="2147483718" r:id="rId44"/>
    <p:sldLayoutId id="2147483719" r:id="rId45"/>
    <p:sldLayoutId id="2147483743" r:id="rId46"/>
    <p:sldLayoutId id="2147483758" r:id="rId47"/>
    <p:sldLayoutId id="2147483745" r:id="rId48"/>
    <p:sldLayoutId id="2147483751" r:id="rId49"/>
    <p:sldLayoutId id="2147483757" r:id="rId50"/>
    <p:sldLayoutId id="2147483753" r:id="rId51"/>
    <p:sldLayoutId id="2147483754" r:id="rId52"/>
    <p:sldLayoutId id="2147483755" r:id="rId53"/>
    <p:sldLayoutId id="2147483742" r:id="rId54"/>
    <p:sldLayoutId id="2147483752" r:id="rId55"/>
    <p:sldLayoutId id="2147483756" r:id="rId56"/>
    <p:sldLayoutId id="2147483720" r:id="rId57"/>
    <p:sldLayoutId id="2147483721" r:id="rId58"/>
    <p:sldLayoutId id="2147483722" r:id="rId59"/>
    <p:sldLayoutId id="2147483723" r:id="rId60"/>
    <p:sldLayoutId id="2147483724" r:id="rId61"/>
    <p:sldLayoutId id="2147483726" r:id="rId6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0.xml"/><Relationship Id="rId6" Type="http://schemas.openxmlformats.org/officeDocument/2006/relationships/image" Target="../media/image21.png"/><Relationship Id="rId5" Type="http://schemas.openxmlformats.org/officeDocument/2006/relationships/image" Target="../media/image20.jpeg"/><Relationship Id="rId4" Type="http://schemas.openxmlformats.org/officeDocument/2006/relationships/image" Target="../media/image19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8289AB-EB97-C007-8AB7-BC37167BB6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538" y="469911"/>
            <a:ext cx="6027061" cy="3626477"/>
          </a:xfrm>
        </p:spPr>
        <p:txBody>
          <a:bodyPr anchor="b" anchorCtr="0"/>
          <a:lstStyle/>
          <a:p>
            <a:r>
              <a:rPr lang="hr-HR" altLang="zh-CN"/>
              <a:t>Nedjeljnik</a:t>
            </a:r>
            <a:endParaRPr lang="zh-CN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4695A9-88A1-EC7F-9AD4-425162D42E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5538" y="4284643"/>
            <a:ext cx="6027061" cy="1245913"/>
          </a:xfrm>
        </p:spPr>
        <p:txBody>
          <a:bodyPr/>
          <a:lstStyle/>
          <a:p>
            <a:r>
              <a:rPr lang="hr-HR" altLang="zh-CN"/>
              <a:t>Tehnološko poduzetništvo 2025./2026.</a:t>
            </a:r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615974-BA92-014B-E968-DBD2D701054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0399" y="5823597"/>
            <a:ext cx="2398389" cy="239712"/>
          </a:xfrm>
        </p:spPr>
        <p:txBody>
          <a:bodyPr/>
          <a:lstStyle/>
          <a:p>
            <a:r>
              <a:rPr lang="hr-HR" altLang="zh-CN"/>
              <a:t>Ideatori</a:t>
            </a: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174185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DD373-296A-9821-6E35-8BDA42F8DE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952" y="739365"/>
            <a:ext cx="3759200" cy="1504604"/>
          </a:xfrm>
        </p:spPr>
        <p:txBody>
          <a:bodyPr/>
          <a:lstStyle/>
          <a:p>
            <a:r>
              <a:rPr lang="hr-HR"/>
              <a:t>Nedjeljnik,</a:t>
            </a:r>
            <a:br>
              <a:rPr lang="hr-HR"/>
            </a:br>
            <a:r>
              <a:rPr lang="hr-HR"/>
              <a:t>ukratko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34067A-C67B-01D6-FCC9-613B2515F79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1952" y="4070541"/>
            <a:ext cx="3894328" cy="619136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r-HR"/>
              <a:t>Pametni sustav za optimizaciju rasporeda radnih nedjelja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r-HR"/>
              <a:t>Povećava zaradu trgovca i zadovoljstvo građana</a:t>
            </a:r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00896F-ABE4-949F-33B6-8509CB98B5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3127" y="562415"/>
            <a:ext cx="5602503" cy="557320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8099787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4E31A0-2C09-2BB6-8FD3-15B3B3F966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4617254B-BA61-B31D-DA5E-73BFA5C475CF}"/>
              </a:ext>
            </a:extLst>
          </p:cNvPr>
          <p:cNvSpPr/>
          <p:nvPr/>
        </p:nvSpPr>
        <p:spPr>
          <a:xfrm>
            <a:off x="4226560" y="4387770"/>
            <a:ext cx="7399528" cy="196054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EE32310-31AF-C361-9722-1E4109B30D2C}"/>
              </a:ext>
            </a:extLst>
          </p:cNvPr>
          <p:cNvSpPr/>
          <p:nvPr/>
        </p:nvSpPr>
        <p:spPr>
          <a:xfrm>
            <a:off x="4226560" y="2444226"/>
            <a:ext cx="7399528" cy="196054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07F2485-092E-895B-F463-18C437378DDE}"/>
              </a:ext>
            </a:extLst>
          </p:cNvPr>
          <p:cNvSpPr/>
          <p:nvPr/>
        </p:nvSpPr>
        <p:spPr>
          <a:xfrm>
            <a:off x="4226560" y="491735"/>
            <a:ext cx="7399528" cy="196054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F4B58A-B90D-4F7B-63E7-BD561B83F9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360" y="619059"/>
            <a:ext cx="3759200" cy="5594705"/>
          </a:xfrm>
        </p:spPr>
        <p:txBody>
          <a:bodyPr>
            <a:noAutofit/>
          </a:bodyPr>
          <a:lstStyle/>
          <a:p>
            <a:r>
              <a:rPr lang="en-US" altLang="zh-CN" err="1"/>
              <a:t>Koncepcija</a:t>
            </a:r>
            <a:endParaRPr lang="en-US" err="1">
              <a:cs typeface="Poppins SemiBold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B2BE02-9CDD-4743-9F2A-053FDF1D58E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56012" y="509331"/>
            <a:ext cx="6148387" cy="619136"/>
          </a:xfrm>
        </p:spPr>
        <p:txBody>
          <a:bodyPr anchor="b" anchorCtr="0">
            <a:noAutofit/>
          </a:bodyPr>
          <a:lstStyle/>
          <a:p>
            <a:r>
              <a:rPr lang="en-US" altLang="zh-CN"/>
              <a:t>Problem</a:t>
            </a:r>
            <a:endParaRPr lang="en-US">
              <a:cs typeface="Poppins SemiBold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DC70E9-499E-9C36-BBDD-E050967F738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56011" y="1298762"/>
            <a:ext cx="6148387" cy="466492"/>
          </a:xfrm>
        </p:spPr>
        <p:txBody>
          <a:bodyPr vert="horz" lIns="0" tIns="0" rIns="0" bIns="0" rtlCol="0" anchor="t">
            <a:noAutofit/>
          </a:bodyPr>
          <a:lstStyle/>
          <a:p>
            <a:pPr marL="285750" indent="-285750">
              <a:buChar char="•"/>
            </a:pPr>
            <a:r>
              <a:rPr lang="hr-HR" altLang="zh-CN">
                <a:cs typeface="Poppins"/>
              </a:rPr>
              <a:t>Ožujak 2023. - najviše 16 radnih nedjelja godišnje</a:t>
            </a:r>
            <a:endParaRPr lang="en-US">
              <a:cs typeface="Poppins"/>
            </a:endParaRPr>
          </a:p>
          <a:p>
            <a:pPr marL="285750" indent="-285750">
              <a:buChar char="•"/>
            </a:pPr>
            <a:r>
              <a:rPr lang="hr-HR" altLang="zh-CN">
                <a:cs typeface="Poppins"/>
              </a:rPr>
              <a:t>Konkurencija među trgovcima</a:t>
            </a:r>
          </a:p>
          <a:p>
            <a:pPr marL="285750" indent="-285750">
              <a:buChar char="•"/>
            </a:pPr>
            <a:r>
              <a:rPr lang="hr-HR" altLang="zh-CN">
                <a:cs typeface="Poppins"/>
              </a:rPr>
              <a:t>Slaba komunikacija i zaštita tržišnog natjecanja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33AD84-529A-05D7-29AF-EFE0305BDCED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656012" y="2588545"/>
            <a:ext cx="6148387" cy="619136"/>
          </a:xfrm>
        </p:spPr>
        <p:txBody>
          <a:bodyPr anchor="b" anchorCtr="0">
            <a:noAutofit/>
          </a:bodyPr>
          <a:lstStyle/>
          <a:p>
            <a:r>
              <a:rPr lang="en-US" altLang="zh-CN" err="1"/>
              <a:t>Prilika</a:t>
            </a:r>
            <a:endParaRPr lang="en-US">
              <a:cs typeface="Poppins SemiBold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370DD97-763C-A24B-FDDC-4493A3313D87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656011" y="3377976"/>
            <a:ext cx="6148387" cy="466492"/>
          </a:xfrm>
        </p:spPr>
        <p:txBody>
          <a:bodyPr vert="horz" lIns="0" tIns="0" rIns="0" bIns="0" rtlCol="0" anchor="t">
            <a:noAutofit/>
          </a:bodyPr>
          <a:lstStyle/>
          <a:p>
            <a:pPr marL="285750" indent="-285750">
              <a:buChar char="•"/>
            </a:pPr>
            <a:r>
              <a:rPr lang="ca-ES" altLang="zh-CN" noProof="1">
                <a:cs typeface="Poppins"/>
              </a:rPr>
              <a:t>Ponuditi optimalne rasporede</a:t>
            </a:r>
            <a:endParaRPr lang="en-US"/>
          </a:p>
          <a:p>
            <a:pPr marL="285750" indent="-285750">
              <a:buChar char="•"/>
            </a:pPr>
            <a:r>
              <a:rPr lang="ca-ES" altLang="zh-CN" noProof="1">
                <a:cs typeface="Poppins"/>
              </a:rPr>
              <a:t>Nusproizvod – centralna baza podataka</a:t>
            </a:r>
            <a:endParaRPr lang="hr-HR" altLang="zh-CN" noProof="1">
              <a:cs typeface="Poppins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F5B6EF9-C7F0-C5AC-61E3-5D7B58D0666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6012" y="4667759"/>
            <a:ext cx="6148387" cy="619136"/>
          </a:xfrm>
        </p:spPr>
        <p:txBody>
          <a:bodyPr anchor="b" anchorCtr="0">
            <a:noAutofit/>
          </a:bodyPr>
          <a:lstStyle/>
          <a:p>
            <a:r>
              <a:rPr lang="en-US" altLang="zh-CN" err="1"/>
              <a:t>Prednosti</a:t>
            </a:r>
            <a:endParaRPr lang="en-US">
              <a:cs typeface="Poppins SemiBold"/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80A0C90-2B55-3C64-36A3-4BCD1BCA984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656011" y="5457190"/>
            <a:ext cx="6148387" cy="466492"/>
          </a:xfrm>
        </p:spPr>
        <p:txBody>
          <a:bodyPr vert="horz" lIns="0" tIns="0" rIns="0" bIns="0" rtlCol="0" anchor="t">
            <a:noAutofit/>
          </a:bodyPr>
          <a:lstStyle/>
          <a:p>
            <a:pPr marL="285750" indent="-285750">
              <a:buChar char="•"/>
            </a:pPr>
            <a:r>
              <a:rPr lang="hr-HR" altLang="zh-CN">
                <a:cs typeface="Poppins"/>
              </a:rPr>
              <a:t>Studenti računarstva</a:t>
            </a:r>
          </a:p>
          <a:p>
            <a:pPr marL="285750" indent="-285750">
              <a:buChar char="•"/>
            </a:pPr>
            <a:r>
              <a:rPr lang="hr-HR" altLang="zh-CN">
                <a:cs typeface="Poppins"/>
              </a:rPr>
              <a:t>Softver kao usluga</a:t>
            </a:r>
          </a:p>
          <a:p>
            <a:pPr marL="285750" indent="-285750">
              <a:buChar char="•"/>
            </a:pPr>
            <a:endParaRPr lang="hr-HR" altLang="zh-CN">
              <a:cs typeface="Poppins"/>
            </a:endParaRPr>
          </a:p>
        </p:txBody>
      </p:sp>
      <p:pic>
        <p:nvPicPr>
          <p:cNvPr id="9" name="Picture 2" descr="Opis fotografije nije dostupan.">
            <a:extLst>
              <a:ext uri="{FF2B5EF4-FFF2-40B4-BE49-F238E27FC236}">
                <a16:creationId xmlns:a16="http://schemas.microsoft.com/office/drawing/2014/main" id="{307BCB49-5621-A063-8225-CFBA0715A5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77809" y="646731"/>
            <a:ext cx="1277664" cy="165950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026" name="Picture 2" descr="190+ Centralized Data Stock Illustrations, Royalty-Free Vector Graphics &amp;  Clip Art - iStock | Centralized data icon">
            <a:extLst>
              <a:ext uri="{FF2B5EF4-FFF2-40B4-BE49-F238E27FC236}">
                <a16:creationId xmlns:a16="http://schemas.microsoft.com/office/drawing/2014/main" id="{E7224166-660E-44EE-5686-827BE85D39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91128" y="2749674"/>
            <a:ext cx="1451026" cy="145102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9C68F251-1F23-20A8-3F15-6C8C5444D5C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78" t="8595" r="51932" b="16301"/>
          <a:stretch>
            <a:fillRect/>
          </a:stretch>
        </p:blipFill>
        <p:spPr bwMode="auto">
          <a:xfrm>
            <a:off x="9891128" y="4648926"/>
            <a:ext cx="1451026" cy="143823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3" name="Slika 4" descr="Slika na kojoj se prikazuje karta, atlas, tekst&#10;&#10;Sadržaj generiran umjetnom inteligencijom može biti netočan.">
            <a:extLst>
              <a:ext uri="{FF2B5EF4-FFF2-40B4-BE49-F238E27FC236}">
                <a16:creationId xmlns:a16="http://schemas.microsoft.com/office/drawing/2014/main" id="{E17CBA65-8D08-4B53-C7C4-1E9ED8E9A7D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0345" y="4648925"/>
            <a:ext cx="1563027" cy="143823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3089985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78C6E6-C429-CF8B-DCA3-48E9E0D115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38DD0-C9F5-34E8-E1E8-8C193838C1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360" y="619059"/>
            <a:ext cx="3759200" cy="5594705"/>
          </a:xfrm>
        </p:spPr>
        <p:txBody>
          <a:bodyPr>
            <a:noAutofit/>
          </a:bodyPr>
          <a:lstStyle/>
          <a:p>
            <a:pPr algn="ctr"/>
            <a:r>
              <a:rPr lang="en-US" altLang="zh-CN" err="1"/>
              <a:t>Kupci</a:t>
            </a:r>
            <a:r>
              <a:rPr lang="en-US" altLang="zh-CN"/>
              <a:t> </a:t>
            </a:r>
            <a:r>
              <a:rPr lang="en-US" altLang="zh-CN" err="1"/>
              <a:t>i</a:t>
            </a:r>
            <a:r>
              <a:rPr lang="en-US" altLang="zh-CN"/>
              <a:t> </a:t>
            </a:r>
            <a:r>
              <a:rPr lang="en-US" altLang="zh-CN" err="1"/>
              <a:t>tržišni</a:t>
            </a:r>
            <a:r>
              <a:rPr lang="en-US" altLang="zh-CN"/>
              <a:t> </a:t>
            </a:r>
            <a:r>
              <a:rPr lang="en-US" altLang="zh-CN" err="1"/>
              <a:t>problemi</a:t>
            </a:r>
            <a:endParaRPr lang="en-US">
              <a:cs typeface="Poppins SemiBold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997666-D843-C42A-2301-E0C673DDAEB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54564" y="619059"/>
            <a:ext cx="6148387" cy="619136"/>
          </a:xfrm>
        </p:spPr>
        <p:txBody>
          <a:bodyPr anchor="b" anchorCtr="0">
            <a:noAutofit/>
          </a:bodyPr>
          <a:lstStyle/>
          <a:p>
            <a:r>
              <a:rPr lang="en-US" altLang="zh-CN" sz="2000" err="1"/>
              <a:t>Ciljano</a:t>
            </a:r>
            <a:r>
              <a:rPr lang="en-US" altLang="zh-CN" sz="2000"/>
              <a:t> </a:t>
            </a:r>
            <a:r>
              <a:rPr lang="en-US" altLang="zh-CN" sz="2000" err="1"/>
              <a:t>tržište</a:t>
            </a:r>
            <a:endParaRPr lang="en-US" sz="2000">
              <a:cs typeface="Poppins SemiBold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29276C-4D49-21F5-3379-FFA731B332E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54563" y="1408490"/>
            <a:ext cx="6148387" cy="871304"/>
          </a:xfrm>
        </p:spPr>
        <p:txBody>
          <a:bodyPr vert="horz" lIns="0" tIns="0" rIns="0" bIns="0" rtlCol="0" anchor="t">
            <a:noAutofit/>
          </a:bodyPr>
          <a:lstStyle/>
          <a:p>
            <a:pPr marL="285750" indent="-285750">
              <a:buChar char="•"/>
            </a:pPr>
            <a:r>
              <a:rPr lang="en-US" altLang="zh-CN" sz="1600" err="1">
                <a:cs typeface="Poppins"/>
              </a:rPr>
              <a:t>Veliki</a:t>
            </a:r>
            <a:r>
              <a:rPr lang="en-US" altLang="zh-CN" sz="1600">
                <a:cs typeface="Poppins"/>
              </a:rPr>
              <a:t> </a:t>
            </a:r>
            <a:r>
              <a:rPr lang="en-US" altLang="zh-CN" sz="1600" err="1">
                <a:cs typeface="Poppins"/>
              </a:rPr>
              <a:t>trgovački</a:t>
            </a:r>
            <a:r>
              <a:rPr lang="en-US" altLang="zh-CN" sz="1600">
                <a:cs typeface="Poppins"/>
              </a:rPr>
              <a:t> </a:t>
            </a:r>
            <a:r>
              <a:rPr lang="en-US" altLang="zh-CN" sz="1600" err="1">
                <a:cs typeface="Poppins"/>
              </a:rPr>
              <a:t>lanci</a:t>
            </a:r>
            <a:endParaRPr lang="en-US" altLang="zh-CN" sz="1600">
              <a:cs typeface="Poppins"/>
            </a:endParaRPr>
          </a:p>
          <a:p>
            <a:pPr marL="285750" indent="-285750">
              <a:buChar char="•"/>
            </a:pPr>
            <a:r>
              <a:rPr lang="en-US" altLang="zh-CN" sz="1600" err="1">
                <a:cs typeface="Poppins"/>
              </a:rPr>
              <a:t>Srednji</a:t>
            </a:r>
            <a:r>
              <a:rPr lang="en-US" altLang="zh-CN" sz="1600">
                <a:cs typeface="Poppins"/>
              </a:rPr>
              <a:t> </a:t>
            </a:r>
            <a:r>
              <a:rPr lang="en-US" altLang="zh-CN" sz="1600" err="1">
                <a:cs typeface="Poppins"/>
              </a:rPr>
              <a:t>trgovački</a:t>
            </a:r>
            <a:r>
              <a:rPr lang="en-US" altLang="zh-CN" sz="1600">
                <a:cs typeface="Poppins"/>
              </a:rPr>
              <a:t> </a:t>
            </a:r>
            <a:r>
              <a:rPr lang="en-US" altLang="zh-CN" sz="1600" err="1">
                <a:cs typeface="Poppins"/>
              </a:rPr>
              <a:t>lanci</a:t>
            </a:r>
            <a:endParaRPr lang="en-US" altLang="zh-CN" sz="1600">
              <a:cs typeface="Poppins"/>
            </a:endParaRPr>
          </a:p>
          <a:p>
            <a:pPr marL="285750" indent="-285750">
              <a:buChar char="•"/>
            </a:pPr>
            <a:r>
              <a:rPr lang="en-US" altLang="zh-CN" sz="1600">
                <a:cs typeface="Poppins"/>
              </a:rPr>
              <a:t>Mali </a:t>
            </a:r>
            <a:r>
              <a:rPr lang="en-US" altLang="zh-CN" sz="1600" err="1">
                <a:cs typeface="Poppins"/>
              </a:rPr>
              <a:t>trgovci</a:t>
            </a:r>
            <a:r>
              <a:rPr lang="en-US" altLang="zh-CN" sz="1600">
                <a:cs typeface="Poppins"/>
              </a:rPr>
              <a:t> se ne </a:t>
            </a:r>
            <a:r>
              <a:rPr lang="en-US" altLang="zh-CN" sz="1600" err="1">
                <a:cs typeface="Poppins"/>
              </a:rPr>
              <a:t>ciljaju</a:t>
            </a:r>
            <a:r>
              <a:rPr lang="en-US" altLang="zh-CN" sz="1600">
                <a:cs typeface="Poppins"/>
              </a:rPr>
              <a:t> u </a:t>
            </a:r>
            <a:r>
              <a:rPr lang="en-US" altLang="zh-CN" sz="1600" err="1">
                <a:cs typeface="Poppins"/>
              </a:rPr>
              <a:t>početnoj</a:t>
            </a:r>
            <a:r>
              <a:rPr lang="en-US" altLang="zh-CN" sz="1600">
                <a:cs typeface="Poppins"/>
              </a:rPr>
              <a:t> </a:t>
            </a:r>
            <a:r>
              <a:rPr lang="en-US" altLang="zh-CN" sz="1600" err="1">
                <a:cs typeface="Poppins"/>
              </a:rPr>
              <a:t>fazi</a:t>
            </a:r>
            <a:endParaRPr lang="en-US" altLang="zh-CN" sz="1600">
              <a:cs typeface="Poppins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6EF6AE-2BCA-DE38-6835-62BD4997676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754564" y="2579210"/>
            <a:ext cx="6148387" cy="619136"/>
          </a:xfrm>
        </p:spPr>
        <p:txBody>
          <a:bodyPr anchor="b" anchorCtr="0">
            <a:noAutofit/>
          </a:bodyPr>
          <a:lstStyle/>
          <a:p>
            <a:r>
              <a:rPr lang="en-US" altLang="zh-CN" sz="2000" err="1">
                <a:cs typeface="Poppins SemiBold"/>
              </a:rPr>
              <a:t>Tko</a:t>
            </a:r>
            <a:r>
              <a:rPr lang="en-US" altLang="zh-CN" sz="2000">
                <a:cs typeface="Poppins SemiBold"/>
              </a:rPr>
              <a:t> </a:t>
            </a:r>
            <a:r>
              <a:rPr lang="en-US" altLang="zh-CN" sz="2000" err="1">
                <a:cs typeface="Poppins SemiBold"/>
              </a:rPr>
              <a:t>plaća</a:t>
            </a:r>
            <a:r>
              <a:rPr lang="en-US" altLang="zh-CN" sz="2000">
                <a:cs typeface="Poppins SemiBold"/>
              </a:rPr>
              <a:t> </a:t>
            </a:r>
            <a:r>
              <a:rPr lang="en-US" altLang="zh-CN" sz="2000" err="1">
                <a:cs typeface="Poppins SemiBold"/>
              </a:rPr>
              <a:t>i</a:t>
            </a:r>
            <a:r>
              <a:rPr lang="en-US" altLang="zh-CN" sz="2000">
                <a:cs typeface="Poppins SemiBold"/>
              </a:rPr>
              <a:t> </a:t>
            </a:r>
            <a:r>
              <a:rPr lang="en-US" altLang="zh-CN" sz="2000" err="1">
                <a:cs typeface="Poppins SemiBold"/>
              </a:rPr>
              <a:t>tko</a:t>
            </a:r>
            <a:r>
              <a:rPr lang="en-US" altLang="zh-CN" sz="2000">
                <a:cs typeface="Poppins SemiBold"/>
              </a:rPr>
              <a:t> </a:t>
            </a:r>
            <a:r>
              <a:rPr lang="en-US" altLang="zh-CN" sz="2000" err="1">
                <a:cs typeface="Poppins SemiBold"/>
              </a:rPr>
              <a:t>koristi</a:t>
            </a:r>
            <a:endParaRPr lang="en-US" altLang="zh-CN" sz="2000">
              <a:cs typeface="Poppins SemiBold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91EDE8E-5567-A8FE-809B-771123D6A0F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754563" y="3332923"/>
            <a:ext cx="6148387" cy="740334"/>
          </a:xfrm>
        </p:spPr>
        <p:txBody>
          <a:bodyPr vert="horz" lIns="0" tIns="0" rIns="0" bIns="0" rtlCol="0" anchor="t">
            <a:no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600" err="1">
                <a:ea typeface="+mn-lt"/>
                <a:cs typeface="+mn-lt"/>
              </a:rPr>
              <a:t>Plaćaju</a:t>
            </a:r>
            <a:r>
              <a:rPr lang="en-US" sz="1600">
                <a:ea typeface="+mn-lt"/>
                <a:cs typeface="+mn-lt"/>
              </a:rPr>
              <a:t>: </a:t>
            </a:r>
            <a:r>
              <a:rPr lang="en-US" sz="1600" err="1">
                <a:ea typeface="+mn-lt"/>
                <a:cs typeface="+mn-lt"/>
              </a:rPr>
              <a:t>uprava</a:t>
            </a:r>
            <a:r>
              <a:rPr lang="en-US" sz="1600">
                <a:ea typeface="+mn-lt"/>
                <a:cs typeface="+mn-lt"/>
              </a:rPr>
              <a:t>, </a:t>
            </a:r>
            <a:r>
              <a:rPr lang="en-US" sz="1600" err="1">
                <a:ea typeface="+mn-lt"/>
                <a:cs typeface="+mn-lt"/>
              </a:rPr>
              <a:t>direktori</a:t>
            </a:r>
            <a:r>
              <a:rPr lang="en-US" sz="1600">
                <a:ea typeface="+mn-lt"/>
                <a:cs typeface="+mn-lt"/>
              </a:rPr>
              <a:t> </a:t>
            </a:r>
            <a:r>
              <a:rPr lang="en-US" sz="1600" err="1">
                <a:ea typeface="+mn-lt"/>
                <a:cs typeface="+mn-lt"/>
              </a:rPr>
              <a:t>operacija</a:t>
            </a:r>
            <a:r>
              <a:rPr lang="en-US" sz="1600">
                <a:ea typeface="+mn-lt"/>
                <a:cs typeface="+mn-lt"/>
              </a:rPr>
              <a:t> </a:t>
            </a:r>
            <a:r>
              <a:rPr lang="en-US" sz="1600" err="1">
                <a:ea typeface="+mn-lt"/>
                <a:cs typeface="+mn-lt"/>
              </a:rPr>
              <a:t>i</a:t>
            </a:r>
            <a:r>
              <a:rPr lang="en-US" sz="1600">
                <a:ea typeface="+mn-lt"/>
                <a:cs typeface="+mn-lt"/>
              </a:rPr>
              <a:t> </a:t>
            </a:r>
            <a:r>
              <a:rPr lang="en-US" sz="1600" err="1">
                <a:ea typeface="+mn-lt"/>
                <a:cs typeface="+mn-lt"/>
              </a:rPr>
              <a:t>financija</a:t>
            </a:r>
            <a:endParaRPr lang="en-US" sz="1600" err="1">
              <a:cs typeface="Poppins"/>
            </a:endParaRPr>
          </a:p>
          <a:p>
            <a:pPr marL="285750" indent="-285750">
              <a:buFont typeface="Arial"/>
              <a:buChar char="•"/>
            </a:pPr>
            <a:r>
              <a:rPr lang="en-US" sz="1600" err="1">
                <a:ea typeface="+mn-lt"/>
                <a:cs typeface="+mn-lt"/>
              </a:rPr>
              <a:t>Koriste</a:t>
            </a:r>
            <a:r>
              <a:rPr lang="en-US" sz="1600">
                <a:ea typeface="+mn-lt"/>
                <a:cs typeface="+mn-lt"/>
              </a:rPr>
              <a:t>: </a:t>
            </a:r>
            <a:r>
              <a:rPr lang="en-US" sz="1600" err="1">
                <a:ea typeface="+mn-lt"/>
                <a:cs typeface="+mn-lt"/>
              </a:rPr>
              <a:t>operativni</a:t>
            </a:r>
            <a:r>
              <a:rPr lang="en-US" sz="1600">
                <a:ea typeface="+mn-lt"/>
                <a:cs typeface="+mn-lt"/>
              </a:rPr>
              <a:t> </a:t>
            </a:r>
            <a:r>
              <a:rPr lang="en-US" sz="1600" err="1">
                <a:ea typeface="+mn-lt"/>
                <a:cs typeface="+mn-lt"/>
              </a:rPr>
              <a:t>menadžeri</a:t>
            </a:r>
            <a:r>
              <a:rPr lang="en-US" sz="1600">
                <a:ea typeface="+mn-lt"/>
                <a:cs typeface="+mn-lt"/>
              </a:rPr>
              <a:t> </a:t>
            </a:r>
            <a:r>
              <a:rPr lang="en-US" sz="1600" err="1">
                <a:ea typeface="+mn-lt"/>
                <a:cs typeface="+mn-lt"/>
              </a:rPr>
              <a:t>i</a:t>
            </a:r>
            <a:r>
              <a:rPr lang="en-US" sz="1600">
                <a:ea typeface="+mn-lt"/>
                <a:cs typeface="+mn-lt"/>
              </a:rPr>
              <a:t> </a:t>
            </a:r>
            <a:r>
              <a:rPr lang="en-US" sz="1600" err="1">
                <a:ea typeface="+mn-lt"/>
                <a:cs typeface="+mn-lt"/>
              </a:rPr>
              <a:t>voditelji</a:t>
            </a:r>
            <a:r>
              <a:rPr lang="en-US" sz="1600">
                <a:ea typeface="+mn-lt"/>
                <a:cs typeface="+mn-lt"/>
              </a:rPr>
              <a:t> </a:t>
            </a:r>
            <a:r>
              <a:rPr lang="en-US" sz="1600" err="1">
                <a:ea typeface="+mn-lt"/>
                <a:cs typeface="+mn-lt"/>
              </a:rPr>
              <a:t>poslovnica</a:t>
            </a:r>
            <a:endParaRPr lang="en-US" sz="1600" err="1">
              <a:cs typeface="Poppins"/>
            </a:endParaRPr>
          </a:p>
          <a:p>
            <a:endParaRPr lang="en-US" altLang="zh-CN" sz="1600">
              <a:cs typeface="Poppins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C4E925B-D39A-3EB9-691B-60056DD86213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754564" y="4194081"/>
            <a:ext cx="6148387" cy="619136"/>
          </a:xfrm>
        </p:spPr>
        <p:txBody>
          <a:bodyPr anchor="b" anchorCtr="0">
            <a:noAutofit/>
          </a:bodyPr>
          <a:lstStyle/>
          <a:p>
            <a:r>
              <a:rPr lang="en-US" altLang="zh-CN" sz="2000" err="1"/>
              <a:t>Ključni</a:t>
            </a:r>
            <a:r>
              <a:rPr lang="en-US" altLang="zh-CN" sz="2000"/>
              <a:t> </a:t>
            </a:r>
            <a:r>
              <a:rPr lang="en-US" altLang="zh-CN" sz="2000" err="1"/>
              <a:t>problemi</a:t>
            </a:r>
            <a:endParaRPr lang="en-US" altLang="zh-CN" sz="2000">
              <a:cs typeface="Poppins SemiBold"/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6CAE667-B9BD-A521-7FF0-69A02BD492FD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754563" y="5054949"/>
            <a:ext cx="6148387" cy="1168960"/>
          </a:xfrm>
        </p:spPr>
        <p:txBody>
          <a:bodyPr vert="horz" lIns="0" tIns="0" rIns="0" bIns="0" rtlCol="0" anchor="t">
            <a:no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600" err="1">
                <a:ea typeface="+mn-lt"/>
                <a:cs typeface="+mn-lt"/>
              </a:rPr>
              <a:t>Ograničen</a:t>
            </a:r>
            <a:r>
              <a:rPr lang="en-US" sz="1600">
                <a:ea typeface="+mn-lt"/>
                <a:cs typeface="+mn-lt"/>
              </a:rPr>
              <a:t> </a:t>
            </a:r>
            <a:r>
              <a:rPr lang="en-US" sz="1600" err="1">
                <a:ea typeface="+mn-lt"/>
                <a:cs typeface="+mn-lt"/>
              </a:rPr>
              <a:t>broj</a:t>
            </a:r>
            <a:r>
              <a:rPr lang="en-US" sz="1600">
                <a:ea typeface="+mn-lt"/>
                <a:cs typeface="+mn-lt"/>
              </a:rPr>
              <a:t> </a:t>
            </a:r>
            <a:r>
              <a:rPr lang="en-US" sz="1600" err="1">
                <a:ea typeface="+mn-lt"/>
                <a:cs typeface="+mn-lt"/>
              </a:rPr>
              <a:t>radnih</a:t>
            </a:r>
            <a:r>
              <a:rPr lang="en-US" sz="1600">
                <a:ea typeface="+mn-lt"/>
                <a:cs typeface="+mn-lt"/>
              </a:rPr>
              <a:t> </a:t>
            </a:r>
            <a:r>
              <a:rPr lang="en-US" sz="1600" err="1">
                <a:ea typeface="+mn-lt"/>
                <a:cs typeface="+mn-lt"/>
              </a:rPr>
              <a:t>nedjelja</a:t>
            </a:r>
            <a:endParaRPr lang="en-US" sz="1600" err="1">
              <a:cs typeface="Poppins"/>
            </a:endParaRPr>
          </a:p>
          <a:p>
            <a:pPr marL="285750" indent="-285750">
              <a:buFont typeface="Arial"/>
              <a:buChar char="•"/>
            </a:pPr>
            <a:r>
              <a:rPr lang="en-US" sz="1600" err="1">
                <a:ea typeface="+mn-lt"/>
                <a:cs typeface="+mn-lt"/>
              </a:rPr>
              <a:t>Visoki</a:t>
            </a:r>
            <a:r>
              <a:rPr lang="en-US" sz="1600">
                <a:ea typeface="+mn-lt"/>
                <a:cs typeface="+mn-lt"/>
              </a:rPr>
              <a:t> </a:t>
            </a:r>
            <a:r>
              <a:rPr lang="en-US" sz="1600" err="1">
                <a:ea typeface="+mn-lt"/>
                <a:cs typeface="+mn-lt"/>
              </a:rPr>
              <a:t>troškovi</a:t>
            </a:r>
            <a:r>
              <a:rPr lang="en-US" sz="1600">
                <a:ea typeface="+mn-lt"/>
                <a:cs typeface="+mn-lt"/>
              </a:rPr>
              <a:t> </a:t>
            </a:r>
            <a:r>
              <a:rPr lang="en-US" sz="1600" err="1">
                <a:ea typeface="+mn-lt"/>
                <a:cs typeface="+mn-lt"/>
              </a:rPr>
              <a:t>nedjeljnog</a:t>
            </a:r>
            <a:r>
              <a:rPr lang="en-US" sz="1600">
                <a:ea typeface="+mn-lt"/>
                <a:cs typeface="+mn-lt"/>
              </a:rPr>
              <a:t> rada</a:t>
            </a:r>
            <a:endParaRPr lang="en-US" sz="1600">
              <a:cs typeface="Poppins"/>
            </a:endParaRPr>
          </a:p>
          <a:p>
            <a:pPr marL="285750" indent="-285750">
              <a:buFont typeface="Arial"/>
              <a:buChar char="•"/>
            </a:pPr>
            <a:r>
              <a:rPr lang="en-US" sz="1600" err="1">
                <a:ea typeface="+mn-lt"/>
                <a:cs typeface="+mn-lt"/>
              </a:rPr>
              <a:t>Regionalne</a:t>
            </a:r>
            <a:r>
              <a:rPr lang="en-US" sz="1600">
                <a:ea typeface="+mn-lt"/>
                <a:cs typeface="+mn-lt"/>
              </a:rPr>
              <a:t> </a:t>
            </a:r>
            <a:r>
              <a:rPr lang="en-US" sz="1600" err="1">
                <a:ea typeface="+mn-lt"/>
                <a:cs typeface="+mn-lt"/>
              </a:rPr>
              <a:t>i</a:t>
            </a:r>
            <a:r>
              <a:rPr lang="en-US" sz="1600">
                <a:ea typeface="+mn-lt"/>
                <a:cs typeface="+mn-lt"/>
              </a:rPr>
              <a:t> </a:t>
            </a:r>
            <a:r>
              <a:rPr lang="en-US" sz="1600" err="1">
                <a:ea typeface="+mn-lt"/>
                <a:cs typeface="+mn-lt"/>
              </a:rPr>
              <a:t>sezonske</a:t>
            </a:r>
            <a:r>
              <a:rPr lang="en-US" sz="1600">
                <a:ea typeface="+mn-lt"/>
                <a:cs typeface="+mn-lt"/>
              </a:rPr>
              <a:t> </a:t>
            </a:r>
            <a:r>
              <a:rPr lang="en-US" sz="1600" err="1">
                <a:ea typeface="+mn-lt"/>
                <a:cs typeface="+mn-lt"/>
              </a:rPr>
              <a:t>razlike</a:t>
            </a:r>
            <a:r>
              <a:rPr lang="en-US" sz="1600">
                <a:ea typeface="+mn-lt"/>
                <a:cs typeface="+mn-lt"/>
              </a:rPr>
              <a:t> u </a:t>
            </a:r>
            <a:r>
              <a:rPr lang="en-US" sz="1600" err="1">
                <a:ea typeface="+mn-lt"/>
                <a:cs typeface="+mn-lt"/>
              </a:rPr>
              <a:t>potražnji</a:t>
            </a:r>
            <a:endParaRPr lang="en-US" sz="1600" err="1">
              <a:cs typeface="Poppins"/>
            </a:endParaRPr>
          </a:p>
          <a:p>
            <a:pPr marL="285750" indent="-285750">
              <a:buFont typeface="Arial"/>
              <a:buChar char="•"/>
            </a:pPr>
            <a:r>
              <a:rPr lang="en-US" sz="1600" err="1">
                <a:ea typeface="+mn-lt"/>
                <a:cs typeface="+mn-lt"/>
              </a:rPr>
              <a:t>Odluke</a:t>
            </a:r>
            <a:r>
              <a:rPr lang="en-US" sz="1600">
                <a:ea typeface="+mn-lt"/>
                <a:cs typeface="+mn-lt"/>
              </a:rPr>
              <a:t> se </a:t>
            </a:r>
            <a:r>
              <a:rPr lang="en-US" sz="1600" err="1">
                <a:ea typeface="+mn-lt"/>
                <a:cs typeface="+mn-lt"/>
              </a:rPr>
              <a:t>često</a:t>
            </a:r>
            <a:r>
              <a:rPr lang="en-US" sz="1600">
                <a:ea typeface="+mn-lt"/>
                <a:cs typeface="+mn-lt"/>
              </a:rPr>
              <a:t> </a:t>
            </a:r>
            <a:r>
              <a:rPr lang="en-US" sz="1600" err="1">
                <a:ea typeface="+mn-lt"/>
                <a:cs typeface="+mn-lt"/>
              </a:rPr>
              <a:t>donose</a:t>
            </a:r>
            <a:r>
              <a:rPr lang="en-US" sz="1600">
                <a:ea typeface="+mn-lt"/>
                <a:cs typeface="+mn-lt"/>
              </a:rPr>
              <a:t> </a:t>
            </a:r>
            <a:r>
              <a:rPr lang="en-US" sz="1600" err="1">
                <a:ea typeface="+mn-lt"/>
                <a:cs typeface="+mn-lt"/>
              </a:rPr>
              <a:t>intuitivno</a:t>
            </a:r>
            <a:r>
              <a:rPr lang="en-US" sz="1600">
                <a:ea typeface="+mn-lt"/>
                <a:cs typeface="+mn-lt"/>
              </a:rPr>
              <a:t> i </a:t>
            </a:r>
            <a:r>
              <a:rPr lang="en-US" sz="1600" err="1">
                <a:ea typeface="+mn-lt"/>
                <a:cs typeface="+mn-lt"/>
              </a:rPr>
              <a:t>subjektivno</a:t>
            </a:r>
            <a:endParaRPr lang="en-US" sz="1600" err="1">
              <a:cs typeface="Poppins"/>
            </a:endParaRPr>
          </a:p>
          <a:p>
            <a:endParaRPr lang="en-US" altLang="zh-CN"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10099928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27EC11-2951-D48E-25A0-83947B330B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C0A53-D0C1-C606-E120-92BC254BB1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443" y="587547"/>
            <a:ext cx="11490486" cy="1288800"/>
          </a:xfrm>
        </p:spPr>
        <p:txBody>
          <a:bodyPr/>
          <a:lstStyle/>
          <a:p>
            <a:r>
              <a:rPr lang="en-US" altLang="zh-CN" err="1"/>
              <a:t>Zašto</a:t>
            </a:r>
            <a:r>
              <a:rPr lang="en-US" altLang="zh-CN"/>
              <a:t> </a:t>
            </a:r>
            <a:r>
              <a:rPr lang="en-US" altLang="zh-CN" err="1"/>
              <a:t>kupcima</a:t>
            </a:r>
            <a:r>
              <a:rPr lang="en-US" altLang="zh-CN"/>
              <a:t> </a:t>
            </a:r>
            <a:r>
              <a:rPr lang="en-US" altLang="zh-CN" err="1"/>
              <a:t>treba</a:t>
            </a:r>
            <a:r>
              <a:rPr lang="en-US" altLang="zh-CN"/>
              <a:t> </a:t>
            </a:r>
            <a:r>
              <a:rPr lang="en-US" altLang="zh-CN" err="1"/>
              <a:t>Nedjeljnik</a:t>
            </a:r>
            <a:r>
              <a:rPr lang="en-US" altLang="zh-CN"/>
              <a:t> </a:t>
            </a:r>
            <a:r>
              <a:rPr lang="en-US" altLang="zh-CN" err="1"/>
              <a:t>i</a:t>
            </a:r>
            <a:r>
              <a:rPr lang="en-US" altLang="zh-CN"/>
              <a:t> </a:t>
            </a:r>
            <a:r>
              <a:rPr lang="en-US" altLang="zh-CN" err="1"/>
              <a:t>zašto</a:t>
            </a:r>
            <a:r>
              <a:rPr lang="en-US" altLang="zh-CN"/>
              <a:t> </a:t>
            </a:r>
            <a:r>
              <a:rPr lang="en-US" altLang="zh-CN" err="1"/>
              <a:t>plaćaju</a:t>
            </a:r>
            <a:r>
              <a:rPr lang="en-US" altLang="zh-CN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D9CF94-32BA-07E8-BBA2-6424C9143A8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23039" y="2190649"/>
            <a:ext cx="4649687" cy="619136"/>
          </a:xfrm>
        </p:spPr>
        <p:txBody>
          <a:bodyPr/>
          <a:lstStyle/>
          <a:p>
            <a:r>
              <a:rPr lang="en-US" altLang="zh-CN" sz="2000" err="1"/>
              <a:t>Vrijednost</a:t>
            </a:r>
            <a:r>
              <a:rPr lang="en-US" altLang="zh-CN" sz="2000"/>
              <a:t> za </a:t>
            </a:r>
            <a:r>
              <a:rPr lang="en-US" altLang="zh-CN" sz="2000" err="1"/>
              <a:t>kupce</a:t>
            </a:r>
            <a:endParaRPr lang="en-US" sz="2000">
              <a:cs typeface="Poppins SemiBold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2D1DED-7BE5-37D2-956E-90478E142D3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23038" y="2980080"/>
            <a:ext cx="4649687" cy="1609491"/>
          </a:xfrm>
        </p:spPr>
        <p:txBody>
          <a:bodyPr vert="horz" lIns="0" tIns="0" rIns="0" bIns="0" rtlCol="0" anchor="t">
            <a:no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600" err="1">
                <a:ea typeface="+mn-lt"/>
                <a:cs typeface="+mn-lt"/>
              </a:rPr>
              <a:t>Maksimizacija</a:t>
            </a:r>
            <a:r>
              <a:rPr lang="en-US" sz="1600">
                <a:ea typeface="+mn-lt"/>
                <a:cs typeface="+mn-lt"/>
              </a:rPr>
              <a:t> </a:t>
            </a:r>
            <a:r>
              <a:rPr lang="en-US" sz="1600" err="1">
                <a:ea typeface="+mn-lt"/>
                <a:cs typeface="+mn-lt"/>
              </a:rPr>
              <a:t>prihoda</a:t>
            </a:r>
            <a:r>
              <a:rPr lang="en-US" sz="1600">
                <a:ea typeface="+mn-lt"/>
                <a:cs typeface="+mn-lt"/>
              </a:rPr>
              <a:t> po </a:t>
            </a:r>
            <a:r>
              <a:rPr lang="en-US" sz="1600" err="1">
                <a:ea typeface="+mn-lt"/>
                <a:cs typeface="+mn-lt"/>
              </a:rPr>
              <a:t>radnoj</a:t>
            </a:r>
            <a:r>
              <a:rPr lang="en-US" sz="1600">
                <a:ea typeface="+mn-lt"/>
                <a:cs typeface="+mn-lt"/>
              </a:rPr>
              <a:t> </a:t>
            </a:r>
            <a:r>
              <a:rPr lang="en-US" sz="1600" err="1">
                <a:ea typeface="+mn-lt"/>
                <a:cs typeface="+mn-lt"/>
              </a:rPr>
              <a:t>nedjelji</a:t>
            </a:r>
            <a:endParaRPr lang="en-US" sz="1600">
              <a:cs typeface="Poppins"/>
            </a:endParaRPr>
          </a:p>
          <a:p>
            <a:pPr marL="285750" indent="-285750">
              <a:buFont typeface="Arial"/>
              <a:buChar char="•"/>
            </a:pPr>
            <a:r>
              <a:rPr lang="en-US" sz="1600" err="1">
                <a:ea typeface="+mn-lt"/>
                <a:cs typeface="+mn-lt"/>
              </a:rPr>
              <a:t>Preciznije</a:t>
            </a:r>
            <a:r>
              <a:rPr lang="en-US" sz="1600">
                <a:ea typeface="+mn-lt"/>
                <a:cs typeface="+mn-lt"/>
              </a:rPr>
              <a:t> </a:t>
            </a:r>
            <a:r>
              <a:rPr lang="en-US" sz="1600" err="1">
                <a:ea typeface="+mn-lt"/>
                <a:cs typeface="+mn-lt"/>
              </a:rPr>
              <a:t>prognoze</a:t>
            </a:r>
            <a:r>
              <a:rPr lang="en-US" sz="1600">
                <a:ea typeface="+mn-lt"/>
                <a:cs typeface="+mn-lt"/>
              </a:rPr>
              <a:t> </a:t>
            </a:r>
            <a:r>
              <a:rPr lang="en-US" sz="1600" err="1">
                <a:ea typeface="+mn-lt"/>
                <a:cs typeface="+mn-lt"/>
              </a:rPr>
              <a:t>lokalne</a:t>
            </a:r>
            <a:r>
              <a:rPr lang="en-US" sz="1600">
                <a:ea typeface="+mn-lt"/>
                <a:cs typeface="+mn-lt"/>
              </a:rPr>
              <a:t> </a:t>
            </a:r>
            <a:r>
              <a:rPr lang="en-US" sz="1600" err="1">
                <a:ea typeface="+mn-lt"/>
                <a:cs typeface="+mn-lt"/>
              </a:rPr>
              <a:t>potražnje</a:t>
            </a:r>
            <a:endParaRPr lang="en-US" sz="1600">
              <a:cs typeface="Poppins"/>
            </a:endParaRPr>
          </a:p>
          <a:p>
            <a:pPr marL="285750" indent="-285750">
              <a:buFont typeface="Arial"/>
              <a:buChar char="•"/>
            </a:pPr>
            <a:r>
              <a:rPr lang="en-US" sz="1600" err="1">
                <a:ea typeface="+mn-lt"/>
                <a:cs typeface="+mn-lt"/>
              </a:rPr>
              <a:t>Optimizacija</a:t>
            </a:r>
            <a:r>
              <a:rPr lang="en-US" sz="1600">
                <a:ea typeface="+mn-lt"/>
                <a:cs typeface="+mn-lt"/>
              </a:rPr>
              <a:t> </a:t>
            </a:r>
            <a:r>
              <a:rPr lang="en-US" sz="1600" err="1">
                <a:ea typeface="+mn-lt"/>
                <a:cs typeface="+mn-lt"/>
              </a:rPr>
              <a:t>troškova</a:t>
            </a:r>
            <a:r>
              <a:rPr lang="en-US" sz="1600">
                <a:ea typeface="+mn-lt"/>
                <a:cs typeface="+mn-lt"/>
              </a:rPr>
              <a:t> rada</a:t>
            </a:r>
            <a:endParaRPr lang="en-US" sz="1600">
              <a:cs typeface="Poppins"/>
            </a:endParaRPr>
          </a:p>
          <a:p>
            <a:pPr marL="285750" indent="-285750">
              <a:buFont typeface="Arial"/>
              <a:buChar char="•"/>
            </a:pPr>
            <a:r>
              <a:rPr lang="en-US" sz="1600" err="1">
                <a:ea typeface="+mn-lt"/>
                <a:cs typeface="+mn-lt"/>
              </a:rPr>
              <a:t>Smanjenje</a:t>
            </a:r>
            <a:r>
              <a:rPr lang="en-US" sz="1600">
                <a:ea typeface="+mn-lt"/>
                <a:cs typeface="+mn-lt"/>
              </a:rPr>
              <a:t> </a:t>
            </a:r>
            <a:r>
              <a:rPr lang="en-US" sz="1600" err="1">
                <a:ea typeface="+mn-lt"/>
                <a:cs typeface="+mn-lt"/>
              </a:rPr>
              <a:t>operativnog</a:t>
            </a:r>
            <a:r>
              <a:rPr lang="en-US" sz="1600">
                <a:ea typeface="+mn-lt"/>
                <a:cs typeface="+mn-lt"/>
              </a:rPr>
              <a:t> </a:t>
            </a:r>
            <a:r>
              <a:rPr lang="en-US" sz="1600" err="1">
                <a:ea typeface="+mn-lt"/>
                <a:cs typeface="+mn-lt"/>
              </a:rPr>
              <a:t>i</a:t>
            </a:r>
            <a:r>
              <a:rPr lang="en-US" sz="1600">
                <a:ea typeface="+mn-lt"/>
                <a:cs typeface="+mn-lt"/>
              </a:rPr>
              <a:t> </a:t>
            </a:r>
            <a:r>
              <a:rPr lang="en-US" sz="1600" err="1">
                <a:ea typeface="+mn-lt"/>
                <a:cs typeface="+mn-lt"/>
              </a:rPr>
              <a:t>reputacijskog</a:t>
            </a:r>
            <a:r>
              <a:rPr lang="en-US" sz="1600">
                <a:ea typeface="+mn-lt"/>
                <a:cs typeface="+mn-lt"/>
              </a:rPr>
              <a:t> </a:t>
            </a:r>
            <a:r>
              <a:rPr lang="en-US" sz="1600" err="1">
                <a:ea typeface="+mn-lt"/>
                <a:cs typeface="+mn-lt"/>
              </a:rPr>
              <a:t>rizika</a:t>
            </a:r>
            <a:endParaRPr lang="en-US" sz="1600">
              <a:cs typeface="Poppins"/>
            </a:endParaRPr>
          </a:p>
          <a:p>
            <a:pPr marL="285750" indent="-285750">
              <a:buFont typeface="Arial"/>
              <a:buChar char="•"/>
            </a:pPr>
            <a:r>
              <a:rPr lang="en-US" sz="1600" err="1">
                <a:ea typeface="+mn-lt"/>
                <a:cs typeface="+mn-lt"/>
              </a:rPr>
              <a:t>Ušteda</a:t>
            </a:r>
            <a:r>
              <a:rPr lang="en-US" sz="1600">
                <a:ea typeface="+mn-lt"/>
                <a:cs typeface="+mn-lt"/>
              </a:rPr>
              <a:t> </a:t>
            </a:r>
            <a:r>
              <a:rPr lang="en-US" sz="1600" err="1">
                <a:ea typeface="+mn-lt"/>
                <a:cs typeface="+mn-lt"/>
              </a:rPr>
              <a:t>vremena</a:t>
            </a:r>
            <a:r>
              <a:rPr lang="en-US" sz="1600">
                <a:ea typeface="+mn-lt"/>
                <a:cs typeface="+mn-lt"/>
              </a:rPr>
              <a:t> </a:t>
            </a:r>
            <a:r>
              <a:rPr lang="en-US" sz="1600" err="1">
                <a:ea typeface="+mn-lt"/>
                <a:cs typeface="+mn-lt"/>
              </a:rPr>
              <a:t>kroz</a:t>
            </a:r>
            <a:r>
              <a:rPr lang="en-US" sz="1600">
                <a:ea typeface="+mn-lt"/>
                <a:cs typeface="+mn-lt"/>
              </a:rPr>
              <a:t> </a:t>
            </a:r>
            <a:r>
              <a:rPr lang="en-US" sz="1600" err="1">
                <a:ea typeface="+mn-lt"/>
                <a:cs typeface="+mn-lt"/>
              </a:rPr>
              <a:t>automatizirano</a:t>
            </a:r>
            <a:r>
              <a:rPr lang="en-US" sz="1600">
                <a:ea typeface="+mn-lt"/>
                <a:cs typeface="+mn-lt"/>
              </a:rPr>
              <a:t> </a:t>
            </a:r>
            <a:r>
              <a:rPr lang="en-US" sz="1600" err="1">
                <a:ea typeface="+mn-lt"/>
                <a:cs typeface="+mn-lt"/>
              </a:rPr>
              <a:t>planiranje</a:t>
            </a:r>
            <a:endParaRPr lang="en-US" sz="1600">
              <a:cs typeface="Poppins"/>
            </a:endParaRPr>
          </a:p>
          <a:p>
            <a:endParaRPr lang="en-US" altLang="zh-CN" sz="1600">
              <a:cs typeface="Poppins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B4ACD04-4113-223A-B960-6B8F06FF092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25797" y="2190649"/>
            <a:ext cx="4649687" cy="619136"/>
          </a:xfrm>
        </p:spPr>
        <p:txBody>
          <a:bodyPr/>
          <a:lstStyle/>
          <a:p>
            <a:r>
              <a:rPr lang="en-US" altLang="zh-CN" sz="2000">
                <a:cs typeface="Poppins SemiBold"/>
              </a:rPr>
              <a:t>Kako </a:t>
            </a:r>
            <a:r>
              <a:rPr lang="en-US" altLang="zh-CN" sz="2000" err="1">
                <a:cs typeface="Poppins SemiBold"/>
              </a:rPr>
              <a:t>danas</a:t>
            </a:r>
            <a:r>
              <a:rPr lang="en-US" altLang="zh-CN" sz="2000">
                <a:cs typeface="Poppins SemiBold"/>
              </a:rPr>
              <a:t> </a:t>
            </a:r>
            <a:r>
              <a:rPr lang="en-US" altLang="zh-CN" sz="2000" err="1">
                <a:cs typeface="Poppins SemiBold"/>
              </a:rPr>
              <a:t>rade</a:t>
            </a:r>
            <a:endParaRPr lang="en-US" altLang="zh-CN" sz="2000">
              <a:cs typeface="Poppins SemiBold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FE73D00-B27E-1421-3FE7-8EF7E548C1B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25796" y="2980080"/>
            <a:ext cx="4649687" cy="1157054"/>
          </a:xfrm>
        </p:spPr>
        <p:txBody>
          <a:bodyPr vert="horz" lIns="0" tIns="0" rIns="0" bIns="0" rtlCol="0" anchor="t">
            <a:no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600">
                <a:ea typeface="+mn-lt"/>
                <a:cs typeface="+mn-lt"/>
              </a:rPr>
              <a:t>Excel </a:t>
            </a:r>
            <a:r>
              <a:rPr lang="en-US" sz="1600" err="1">
                <a:ea typeface="+mn-lt"/>
                <a:cs typeface="+mn-lt"/>
              </a:rPr>
              <a:t>tablice</a:t>
            </a:r>
            <a:r>
              <a:rPr lang="en-US" sz="1600">
                <a:ea typeface="+mn-lt"/>
                <a:cs typeface="+mn-lt"/>
              </a:rPr>
              <a:t> </a:t>
            </a:r>
            <a:r>
              <a:rPr lang="en-US" sz="1600" err="1">
                <a:ea typeface="+mn-lt"/>
                <a:cs typeface="+mn-lt"/>
              </a:rPr>
              <a:t>i</a:t>
            </a:r>
            <a:r>
              <a:rPr lang="en-US" sz="1600">
                <a:ea typeface="+mn-lt"/>
                <a:cs typeface="+mn-lt"/>
              </a:rPr>
              <a:t> </a:t>
            </a:r>
            <a:r>
              <a:rPr lang="en-US" sz="1600" err="1">
                <a:ea typeface="+mn-lt"/>
                <a:cs typeface="+mn-lt"/>
              </a:rPr>
              <a:t>ručne</a:t>
            </a:r>
            <a:r>
              <a:rPr lang="en-US" sz="1600">
                <a:ea typeface="+mn-lt"/>
                <a:cs typeface="+mn-lt"/>
              </a:rPr>
              <a:t> </a:t>
            </a:r>
            <a:r>
              <a:rPr lang="en-US" sz="1600" err="1">
                <a:ea typeface="+mn-lt"/>
                <a:cs typeface="+mn-lt"/>
              </a:rPr>
              <a:t>analize</a:t>
            </a:r>
            <a:endParaRPr lang="en-US" sz="1600">
              <a:cs typeface="Poppins"/>
            </a:endParaRPr>
          </a:p>
          <a:p>
            <a:pPr marL="285750" indent="-285750">
              <a:buFont typeface="Arial"/>
              <a:buChar char="•"/>
            </a:pPr>
            <a:r>
              <a:rPr lang="en-US" sz="1600" err="1">
                <a:ea typeface="+mn-lt"/>
                <a:cs typeface="+mn-lt"/>
              </a:rPr>
              <a:t>Povijesni</a:t>
            </a:r>
            <a:r>
              <a:rPr lang="en-US" sz="1600">
                <a:ea typeface="+mn-lt"/>
                <a:cs typeface="+mn-lt"/>
              </a:rPr>
              <a:t> </a:t>
            </a:r>
            <a:r>
              <a:rPr lang="en-US" sz="1600" err="1">
                <a:ea typeface="+mn-lt"/>
                <a:cs typeface="+mn-lt"/>
              </a:rPr>
              <a:t>podaci</a:t>
            </a:r>
            <a:r>
              <a:rPr lang="en-US" sz="1600">
                <a:ea typeface="+mn-lt"/>
                <a:cs typeface="+mn-lt"/>
              </a:rPr>
              <a:t> bez </a:t>
            </a:r>
            <a:r>
              <a:rPr lang="en-US" sz="1600" err="1">
                <a:ea typeface="+mn-lt"/>
                <a:cs typeface="+mn-lt"/>
              </a:rPr>
              <a:t>napredne</a:t>
            </a:r>
            <a:r>
              <a:rPr lang="en-US" sz="1600">
                <a:ea typeface="+mn-lt"/>
                <a:cs typeface="+mn-lt"/>
              </a:rPr>
              <a:t> </a:t>
            </a:r>
            <a:r>
              <a:rPr lang="en-US" sz="1600" err="1">
                <a:ea typeface="+mn-lt"/>
                <a:cs typeface="+mn-lt"/>
              </a:rPr>
              <a:t>analitike</a:t>
            </a:r>
            <a:endParaRPr lang="en-US" sz="1600">
              <a:cs typeface="Poppins"/>
            </a:endParaRPr>
          </a:p>
          <a:p>
            <a:pPr marL="285750" indent="-285750">
              <a:buFont typeface="Arial"/>
              <a:buChar char="•"/>
            </a:pPr>
            <a:r>
              <a:rPr lang="en-US" sz="1600" err="1">
                <a:ea typeface="+mn-lt"/>
                <a:cs typeface="+mn-lt"/>
              </a:rPr>
              <a:t>Subjektivne</a:t>
            </a:r>
            <a:r>
              <a:rPr lang="en-US" sz="1600">
                <a:ea typeface="+mn-lt"/>
                <a:cs typeface="+mn-lt"/>
              </a:rPr>
              <a:t> </a:t>
            </a:r>
            <a:r>
              <a:rPr lang="en-US" sz="1600" err="1">
                <a:ea typeface="+mn-lt"/>
                <a:cs typeface="+mn-lt"/>
              </a:rPr>
              <a:t>i</a:t>
            </a:r>
            <a:r>
              <a:rPr lang="en-US" sz="1600">
                <a:ea typeface="+mn-lt"/>
                <a:cs typeface="+mn-lt"/>
              </a:rPr>
              <a:t> </a:t>
            </a:r>
            <a:r>
              <a:rPr lang="en-US" sz="1600" err="1">
                <a:ea typeface="+mn-lt"/>
                <a:cs typeface="+mn-lt"/>
              </a:rPr>
              <a:t>iskustvene</a:t>
            </a:r>
            <a:r>
              <a:rPr lang="en-US" sz="1600">
                <a:ea typeface="+mn-lt"/>
                <a:cs typeface="+mn-lt"/>
              </a:rPr>
              <a:t> </a:t>
            </a:r>
            <a:r>
              <a:rPr lang="en-US" sz="1600" err="1">
                <a:ea typeface="+mn-lt"/>
                <a:cs typeface="+mn-lt"/>
              </a:rPr>
              <a:t>odluke</a:t>
            </a:r>
            <a:endParaRPr lang="en-US" sz="1600">
              <a:cs typeface="Poppins"/>
            </a:endParaRPr>
          </a:p>
          <a:p>
            <a:endParaRPr lang="en-US" altLang="zh-CN">
              <a:cs typeface="Poppin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90A135C-1453-F809-D6E0-E8AB51884591}"/>
              </a:ext>
            </a:extLst>
          </p:cNvPr>
          <p:cNvSpPr txBox="1"/>
          <p:nvPr/>
        </p:nvSpPr>
        <p:spPr>
          <a:xfrm>
            <a:off x="1843357" y="5380715"/>
            <a:ext cx="8518156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2000" b="1" err="1">
                <a:ea typeface="+mn-lt"/>
                <a:cs typeface="+mn-lt"/>
              </a:rPr>
              <a:t>Plaćaju</a:t>
            </a:r>
            <a:r>
              <a:rPr lang="en-GB" sz="2000" b="1">
                <a:ea typeface="+mn-lt"/>
                <a:cs typeface="+mn-lt"/>
              </a:rPr>
              <a:t> </a:t>
            </a:r>
            <a:r>
              <a:rPr lang="en-GB" sz="2000" b="1" err="1">
                <a:ea typeface="+mn-lt"/>
                <a:cs typeface="+mn-lt"/>
              </a:rPr>
              <a:t>manji</a:t>
            </a:r>
            <a:r>
              <a:rPr lang="en-GB" sz="2000" b="1">
                <a:ea typeface="+mn-lt"/>
                <a:cs typeface="+mn-lt"/>
              </a:rPr>
              <a:t> </a:t>
            </a:r>
            <a:r>
              <a:rPr lang="en-GB" sz="2000" b="1" err="1">
                <a:ea typeface="+mn-lt"/>
                <a:cs typeface="+mn-lt"/>
              </a:rPr>
              <a:t>rizik</a:t>
            </a:r>
            <a:r>
              <a:rPr lang="en-GB" sz="2000" b="1">
                <a:ea typeface="+mn-lt"/>
                <a:cs typeface="+mn-lt"/>
              </a:rPr>
              <a:t> </a:t>
            </a:r>
            <a:r>
              <a:rPr lang="en-GB" sz="2000" b="1" err="1">
                <a:ea typeface="+mn-lt"/>
                <a:cs typeface="+mn-lt"/>
              </a:rPr>
              <a:t>i</a:t>
            </a:r>
            <a:r>
              <a:rPr lang="en-GB" sz="2000" b="1">
                <a:ea typeface="+mn-lt"/>
                <a:cs typeface="+mn-lt"/>
              </a:rPr>
              <a:t> </a:t>
            </a:r>
            <a:r>
              <a:rPr lang="en-GB" sz="2000" b="1" err="1">
                <a:ea typeface="+mn-lt"/>
                <a:cs typeface="+mn-lt"/>
              </a:rPr>
              <a:t>veću</a:t>
            </a:r>
            <a:r>
              <a:rPr lang="en-GB" sz="2000" b="1">
                <a:ea typeface="+mn-lt"/>
                <a:cs typeface="+mn-lt"/>
              </a:rPr>
              <a:t> </a:t>
            </a:r>
            <a:r>
              <a:rPr lang="en-GB" sz="2000" b="1" err="1">
                <a:ea typeface="+mn-lt"/>
                <a:cs typeface="+mn-lt"/>
              </a:rPr>
              <a:t>profitabilnost</a:t>
            </a:r>
            <a:endParaRPr lang="en-US" sz="2000" b="1"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16432723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7FE93B-6B58-CDE5-75E6-9DAFF8E981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FB6D0D-498F-1F36-A65A-018BBB20D5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198" y="500240"/>
            <a:ext cx="11475604" cy="1073476"/>
          </a:xfrm>
        </p:spPr>
        <p:txBody>
          <a:bodyPr/>
          <a:lstStyle/>
          <a:p>
            <a:r>
              <a:rPr lang="en-US" altLang="zh-CN" err="1"/>
              <a:t>Trendovi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FAE469-24BA-857B-9E45-B47C1E0777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25321" y="1796213"/>
            <a:ext cx="2624626" cy="619136"/>
          </a:xfrm>
        </p:spPr>
        <p:txBody>
          <a:bodyPr/>
          <a:lstStyle/>
          <a:p>
            <a:r>
              <a:rPr lang="en-US" altLang="zh-CN" err="1">
                <a:cs typeface="Poppins SemiBold"/>
              </a:rPr>
              <a:t>Regulatorni</a:t>
            </a:r>
            <a:r>
              <a:rPr lang="en-US" altLang="zh-CN">
                <a:cs typeface="Poppins SemiBold"/>
              </a:rPr>
              <a:t> </a:t>
            </a:r>
            <a:r>
              <a:rPr lang="en-US" altLang="zh-CN" err="1">
                <a:cs typeface="Poppins SemiBold"/>
              </a:rPr>
              <a:t>trendovi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C3A5AA-FF0C-8D7D-F651-ADC832F9D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25319" y="2585644"/>
            <a:ext cx="2624626" cy="466492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en-US" altLang="zh-CN" err="1">
                <a:cs typeface="Poppins"/>
              </a:rPr>
              <a:t>Ograničen</a:t>
            </a:r>
            <a:r>
              <a:rPr lang="en-US" altLang="zh-CN">
                <a:cs typeface="Poppins"/>
              </a:rPr>
              <a:t> rad </a:t>
            </a:r>
            <a:r>
              <a:rPr lang="en-US" altLang="zh-CN" err="1">
                <a:cs typeface="Poppins"/>
              </a:rPr>
              <a:t>nedjeljom</a:t>
            </a:r>
          </a:p>
          <a:p>
            <a:r>
              <a:rPr lang="en-US" altLang="zh-CN" err="1">
                <a:cs typeface="Poppins"/>
              </a:rPr>
              <a:t>Primjeri</a:t>
            </a:r>
            <a:r>
              <a:rPr lang="en-US" altLang="zh-CN">
                <a:cs typeface="Poppins"/>
              </a:rPr>
              <a:t> u EU –Hrvatska, </a:t>
            </a:r>
            <a:r>
              <a:rPr lang="en-US" altLang="zh-CN" err="1">
                <a:cs typeface="Poppins"/>
              </a:rPr>
              <a:t>Njemačka</a:t>
            </a:r>
            <a:r>
              <a:rPr lang="en-US" altLang="zh-CN">
                <a:cs typeface="Poppins"/>
              </a:rPr>
              <a:t>, </a:t>
            </a:r>
            <a:r>
              <a:rPr lang="en-US" altLang="zh-CN" err="1">
                <a:cs typeface="Poppins"/>
              </a:rPr>
              <a:t>Francuska</a:t>
            </a:r>
            <a:r>
              <a:rPr lang="en-US" altLang="zh-CN">
                <a:cs typeface="Poppins"/>
              </a:rPr>
              <a:t>, </a:t>
            </a:r>
            <a:r>
              <a:rPr lang="en-US" altLang="zh-CN" err="1">
                <a:cs typeface="Poppins"/>
              </a:rPr>
              <a:t>Austrija</a:t>
            </a:r>
          </a:p>
          <a:p>
            <a:endParaRPr lang="zh-CN" altLang="en-US">
              <a:cs typeface="Poppins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1F5643F-7027-1F48-EC67-E2F4C5466A0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237850" y="1796213"/>
            <a:ext cx="2624626" cy="619136"/>
          </a:xfrm>
        </p:spPr>
        <p:txBody>
          <a:bodyPr/>
          <a:lstStyle/>
          <a:p>
            <a:r>
              <a:rPr lang="en-US" altLang="zh-CN" err="1"/>
              <a:t>Tržišni</a:t>
            </a:r>
            <a:r>
              <a:rPr lang="en-US" altLang="zh-CN"/>
              <a:t> </a:t>
            </a:r>
            <a:r>
              <a:rPr lang="en-US" altLang="zh-CN" err="1"/>
              <a:t>trendovi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DF8AB5-2761-993B-7814-923FEC55DC5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237849" y="2585644"/>
            <a:ext cx="2624626" cy="466492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en-US" altLang="zh-CN" err="1"/>
              <a:t>Analitika</a:t>
            </a:r>
            <a:endParaRPr lang="zh-CN" altLang="en-US" err="1"/>
          </a:p>
          <a:p>
            <a:r>
              <a:rPr lang="en-US" altLang="zh-CN" err="1"/>
              <a:t>Optimizacija</a:t>
            </a:r>
            <a:r>
              <a:rPr lang="en-US" altLang="zh-CN"/>
              <a:t> </a:t>
            </a:r>
            <a:r>
              <a:rPr lang="en-US" altLang="zh-CN" err="1"/>
              <a:t>poslovanja</a:t>
            </a:r>
            <a:endParaRPr lang="zh-CN" altLang="en-US" err="1"/>
          </a:p>
          <a:p>
            <a:r>
              <a:rPr lang="en-US" altLang="zh-CN" err="1"/>
              <a:t>Upravljanje</a:t>
            </a:r>
            <a:r>
              <a:rPr lang="en-US" altLang="zh-CN"/>
              <a:t> </a:t>
            </a:r>
            <a:r>
              <a:rPr lang="en-US" altLang="zh-CN" err="1"/>
              <a:t>radnom</a:t>
            </a:r>
            <a:r>
              <a:rPr lang="en-US" altLang="zh-CN"/>
              <a:t> </a:t>
            </a:r>
            <a:r>
              <a:rPr lang="en-US" altLang="zh-CN" err="1"/>
              <a:t>snagom</a:t>
            </a:r>
            <a:endParaRPr lang="zh-CN" altLang="en-US" err="1">
              <a:cs typeface="Poppins"/>
            </a:endParaRP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A6EFEF75-FBB0-3E7C-0682-F3F8B1EE6DB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86717" y="1820212"/>
            <a:ext cx="2624626" cy="619136"/>
          </a:xfrm>
        </p:spPr>
        <p:txBody>
          <a:bodyPr/>
          <a:lstStyle/>
          <a:p>
            <a:r>
              <a:rPr lang="en-US" altLang="zh-CN">
                <a:cs typeface="Poppins SemiBold"/>
              </a:rPr>
              <a:t>Makro </a:t>
            </a:r>
            <a:r>
              <a:rPr lang="en-US" altLang="zh-CN" err="1">
                <a:cs typeface="Poppins SemiBold"/>
              </a:rPr>
              <a:t>trendovi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1DA3DA68-A7DF-7237-FFD6-13D1C8F324B9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86716" y="2609643"/>
            <a:ext cx="2624626" cy="466492"/>
          </a:xfrm>
        </p:spPr>
        <p:txBody>
          <a:bodyPr vert="horz" lIns="0" tIns="0" rIns="0" bIns="0" rtlCol="0" anchor="t">
            <a:noAutofit/>
          </a:bodyPr>
          <a:lstStyle/>
          <a:p>
            <a:pPr algn="ctr" rtl="0">
              <a:lnSpc>
                <a:spcPts val="1875"/>
              </a:lnSpc>
            </a:pPr>
            <a:r>
              <a:rPr lang="en-US" sz="1400" baseline="0">
                <a:solidFill>
                  <a:srgbClr val="FFFFFF"/>
                </a:solidFill>
                <a:latin typeface="Poppins"/>
                <a:ea typeface="Segoe UI"/>
                <a:cs typeface="Segoe UI"/>
              </a:rPr>
              <a:t>Digitalizacija</a:t>
            </a:r>
            <a:r>
              <a:rPr lang="en-US" sz="1400">
                <a:solidFill>
                  <a:srgbClr val="FFFFFF"/>
                </a:solidFill>
                <a:latin typeface="Poppins"/>
                <a:ea typeface="Segoe UI"/>
                <a:cs typeface="Segoe UI"/>
              </a:rPr>
              <a:t>​</a:t>
            </a:r>
          </a:p>
          <a:p>
            <a:pPr algn="ctr" rtl="0">
              <a:lnSpc>
                <a:spcPts val="1875"/>
              </a:lnSpc>
            </a:pPr>
            <a:r>
              <a:rPr lang="en-US" sz="1400" baseline="0" err="1">
                <a:solidFill>
                  <a:srgbClr val="FFFFFF"/>
                </a:solidFill>
                <a:latin typeface="Poppins"/>
                <a:ea typeface="Segoe UI"/>
                <a:cs typeface="Segoe UI"/>
              </a:rPr>
              <a:t>Povijesni</a:t>
            </a:r>
            <a:r>
              <a:rPr lang="en-US" sz="1400" baseline="0">
                <a:solidFill>
                  <a:srgbClr val="FFFFFF"/>
                </a:solidFill>
                <a:latin typeface="Poppins"/>
                <a:ea typeface="Segoe UI"/>
                <a:cs typeface="Segoe UI"/>
              </a:rPr>
              <a:t> I real-time </a:t>
            </a:r>
            <a:r>
              <a:rPr lang="en-US" sz="1400" baseline="0" err="1">
                <a:solidFill>
                  <a:srgbClr val="FFFFFF"/>
                </a:solidFill>
                <a:latin typeface="Poppins"/>
                <a:ea typeface="Segoe UI"/>
                <a:cs typeface="Segoe UI"/>
              </a:rPr>
              <a:t>trendovi</a:t>
            </a:r>
            <a:r>
              <a:rPr lang="en-US" sz="1400">
                <a:solidFill>
                  <a:srgbClr val="FFFFFF"/>
                </a:solidFill>
                <a:latin typeface="Poppins"/>
                <a:ea typeface="Segoe UI"/>
                <a:cs typeface="Segoe UI"/>
              </a:rPr>
              <a:t>​</a:t>
            </a:r>
          </a:p>
          <a:p>
            <a:pPr algn="ctr" rtl="0">
              <a:lnSpc>
                <a:spcPts val="1875"/>
              </a:lnSpc>
            </a:pPr>
            <a:r>
              <a:rPr lang="en-US" sz="1400" baseline="0">
                <a:solidFill>
                  <a:srgbClr val="FFFFFF"/>
                </a:solidFill>
                <a:latin typeface="Poppins"/>
                <a:ea typeface="Segoe UI"/>
                <a:cs typeface="Segoe UI"/>
              </a:rPr>
              <a:t>AI/strojno učenje</a:t>
            </a:r>
            <a:endParaRPr lang="zh-CN" alt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7565756-7C88-C042-CEF7-6E1F50A80EA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2715959" y="3646924"/>
            <a:ext cx="2624626" cy="619136"/>
          </a:xfrm>
        </p:spPr>
        <p:txBody>
          <a:bodyPr/>
          <a:lstStyle/>
          <a:p>
            <a:r>
              <a:rPr lang="en-US" altLang="zh-CN" err="1">
                <a:cs typeface="Poppins SemiBold"/>
              </a:rPr>
              <a:t>Veličina</a:t>
            </a:r>
            <a:r>
              <a:rPr lang="en-US" altLang="zh-CN">
                <a:cs typeface="Poppins SemiBold"/>
              </a:rPr>
              <a:t> </a:t>
            </a:r>
            <a:r>
              <a:rPr lang="en-US" altLang="zh-CN" err="1">
                <a:cs typeface="Poppins SemiBold"/>
              </a:rPr>
              <a:t>tržišta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5EBAEAE-7603-80DB-577F-3281189BC04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2715958" y="4436355"/>
            <a:ext cx="2624626" cy="466492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en-US" altLang="zh-CN">
                <a:cs typeface="Poppins"/>
              </a:rPr>
              <a:t>TAM(</a:t>
            </a:r>
            <a:r>
              <a:rPr lang="en-US" altLang="zh-CN" err="1">
                <a:cs typeface="Poppins"/>
              </a:rPr>
              <a:t>države</a:t>
            </a:r>
            <a:r>
              <a:rPr lang="en-US" altLang="zh-CN">
                <a:cs typeface="Poppins"/>
              </a:rPr>
              <a:t> s </a:t>
            </a:r>
            <a:r>
              <a:rPr lang="en-US" altLang="zh-CN" err="1">
                <a:cs typeface="Poppins"/>
              </a:rPr>
              <a:t>ograničenim</a:t>
            </a:r>
            <a:r>
              <a:rPr lang="en-US" altLang="zh-CN">
                <a:cs typeface="Poppins"/>
              </a:rPr>
              <a:t> </a:t>
            </a:r>
            <a:r>
              <a:rPr lang="en-US" altLang="zh-CN" err="1">
                <a:cs typeface="Poppins"/>
              </a:rPr>
              <a:t>radnim</a:t>
            </a:r>
            <a:r>
              <a:rPr lang="en-US" altLang="zh-CN">
                <a:cs typeface="Poppins"/>
              </a:rPr>
              <a:t> </a:t>
            </a:r>
            <a:r>
              <a:rPr lang="en-US" altLang="zh-CN" err="1">
                <a:cs typeface="Poppins"/>
              </a:rPr>
              <a:t>nedjeljama</a:t>
            </a:r>
            <a:r>
              <a:rPr lang="en-US" altLang="zh-CN">
                <a:cs typeface="Poppins"/>
              </a:rPr>
              <a:t>)</a:t>
            </a:r>
          </a:p>
          <a:p>
            <a:r>
              <a:rPr lang="en-US" altLang="zh-CN">
                <a:cs typeface="Poppins"/>
              </a:rPr>
              <a:t>SAM(</a:t>
            </a:r>
            <a:r>
              <a:rPr lang="en-US" altLang="zh-CN" err="1">
                <a:cs typeface="Poppins"/>
              </a:rPr>
              <a:t>države</a:t>
            </a:r>
            <a:r>
              <a:rPr lang="en-US" altLang="zh-CN">
                <a:cs typeface="Poppins"/>
              </a:rPr>
              <a:t> s </a:t>
            </a:r>
            <a:r>
              <a:rPr lang="en-US" altLang="zh-CN" err="1">
                <a:cs typeface="Poppins"/>
              </a:rPr>
              <a:t>razvijenim</a:t>
            </a:r>
            <a:r>
              <a:rPr lang="en-US" altLang="zh-CN">
                <a:cs typeface="Poppins"/>
              </a:rPr>
              <a:t> </a:t>
            </a:r>
            <a:r>
              <a:rPr lang="en-US" altLang="zh-CN" err="1">
                <a:cs typeface="Poppins"/>
              </a:rPr>
              <a:t>maloprodajnim</a:t>
            </a:r>
            <a:r>
              <a:rPr lang="en-US" altLang="zh-CN">
                <a:cs typeface="Poppins"/>
              </a:rPr>
              <a:t> </a:t>
            </a:r>
            <a:r>
              <a:rPr lang="en-US" altLang="zh-CN" err="1">
                <a:cs typeface="Poppins"/>
              </a:rPr>
              <a:t>sektorom</a:t>
            </a:r>
            <a:r>
              <a:rPr lang="en-US" altLang="zh-CN">
                <a:cs typeface="Poppins"/>
              </a:rPr>
              <a:t>)</a:t>
            </a:r>
          </a:p>
          <a:p>
            <a:r>
              <a:rPr lang="en-US" altLang="zh-CN">
                <a:cs typeface="Poppins"/>
              </a:rPr>
              <a:t>SOM(</a:t>
            </a:r>
            <a:r>
              <a:rPr lang="en-US" altLang="zh-CN" err="1">
                <a:cs typeface="Poppins"/>
              </a:rPr>
              <a:t>rast</a:t>
            </a:r>
            <a:r>
              <a:rPr lang="en-US" altLang="zh-CN">
                <a:cs typeface="Poppins"/>
              </a:rPr>
              <a:t> </a:t>
            </a:r>
            <a:r>
              <a:rPr lang="en-US" altLang="zh-CN" err="1">
                <a:cs typeface="Poppins"/>
              </a:rPr>
              <a:t>udjela</a:t>
            </a:r>
            <a:r>
              <a:rPr lang="en-US" altLang="zh-CN">
                <a:cs typeface="Poppins"/>
              </a:rPr>
              <a:t> </a:t>
            </a:r>
            <a:r>
              <a:rPr lang="en-US" altLang="zh-CN" err="1">
                <a:cs typeface="Poppins"/>
              </a:rPr>
              <a:t>širenjem</a:t>
            </a:r>
            <a:r>
              <a:rPr lang="en-US" altLang="zh-CN">
                <a:cs typeface="Poppins"/>
              </a:rPr>
              <a:t> </a:t>
            </a:r>
            <a:r>
              <a:rPr lang="en-US" altLang="zh-CN" err="1">
                <a:cs typeface="Poppins"/>
              </a:rPr>
              <a:t>baze</a:t>
            </a:r>
            <a:r>
              <a:rPr lang="en-US" altLang="zh-CN">
                <a:cs typeface="Poppins"/>
              </a:rPr>
              <a:t> </a:t>
            </a:r>
            <a:r>
              <a:rPr lang="en-US" altLang="zh-CN" err="1">
                <a:cs typeface="Poppins"/>
              </a:rPr>
              <a:t>klijenata</a:t>
            </a:r>
            <a:r>
              <a:rPr lang="en-US" altLang="zh-CN">
                <a:cs typeface="Poppins"/>
              </a:rPr>
              <a:t>)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33F8D01-B2B2-1064-CB9F-400A557FC719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425100" y="3664314"/>
            <a:ext cx="2624626" cy="619136"/>
          </a:xfrm>
        </p:spPr>
        <p:txBody>
          <a:bodyPr/>
          <a:lstStyle/>
          <a:p>
            <a:r>
              <a:rPr lang="en-US" altLang="zh-CN" err="1">
                <a:cs typeface="Poppins SemiBold"/>
              </a:rPr>
              <a:t>Atraktivnost</a:t>
            </a:r>
            <a:r>
              <a:rPr lang="en-US" altLang="zh-CN">
                <a:cs typeface="Poppins SemiBold"/>
              </a:rPr>
              <a:t> </a:t>
            </a:r>
            <a:r>
              <a:rPr lang="en-US" altLang="zh-CN" err="1">
                <a:cs typeface="Poppins SemiBold"/>
              </a:rPr>
              <a:t>tržišta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B10C5A97-D2A8-0BB4-F6A0-2A0DAC7708E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425099" y="4453745"/>
            <a:ext cx="2624626" cy="466492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en-US" altLang="zh-CN" err="1">
                <a:cs typeface="Poppins"/>
              </a:rPr>
              <a:t>Mogućnost</a:t>
            </a:r>
            <a:r>
              <a:rPr lang="en-US" altLang="zh-CN">
                <a:cs typeface="Poppins"/>
              </a:rPr>
              <a:t> </a:t>
            </a:r>
            <a:r>
              <a:rPr lang="en-US" altLang="zh-CN" err="1">
                <a:cs typeface="Poppins"/>
              </a:rPr>
              <a:t>sklapanja</a:t>
            </a:r>
            <a:r>
              <a:rPr lang="en-US" altLang="zh-CN">
                <a:cs typeface="Poppins"/>
              </a:rPr>
              <a:t> </a:t>
            </a:r>
            <a:r>
              <a:rPr lang="en-US" altLang="zh-CN" err="1">
                <a:cs typeface="Poppins"/>
              </a:rPr>
              <a:t>dugoročnih</a:t>
            </a:r>
            <a:r>
              <a:rPr lang="en-US" altLang="zh-CN">
                <a:cs typeface="Poppins"/>
              </a:rPr>
              <a:t> </a:t>
            </a:r>
            <a:r>
              <a:rPr lang="en-US" altLang="zh-CN" err="1">
                <a:cs typeface="Poppins"/>
              </a:rPr>
              <a:t>ugovora</a:t>
            </a:r>
          </a:p>
          <a:p>
            <a:r>
              <a:rPr lang="en-US" altLang="zh-CN" err="1">
                <a:cs typeface="Poppins"/>
              </a:rPr>
              <a:t>Potencijal</a:t>
            </a:r>
            <a:r>
              <a:rPr lang="en-US" altLang="zh-CN">
                <a:cs typeface="Poppins"/>
              </a:rPr>
              <a:t> za </a:t>
            </a:r>
            <a:r>
              <a:rPr lang="en-US" altLang="zh-CN" err="1">
                <a:cs typeface="Poppins"/>
              </a:rPr>
              <a:t>stabilan</a:t>
            </a:r>
            <a:r>
              <a:rPr lang="en-US" altLang="zh-CN">
                <a:cs typeface="Poppins"/>
              </a:rPr>
              <a:t> </a:t>
            </a:r>
            <a:r>
              <a:rPr lang="en-US" altLang="zh-CN" err="1">
                <a:cs typeface="Poppins"/>
              </a:rPr>
              <a:t>rast</a:t>
            </a:r>
          </a:p>
          <a:p>
            <a:endParaRPr lang="en-US" altLang="zh-CN"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33434185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710238-2A1A-FE49-D4A4-445C6DD2BD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A269E1-D8A6-3D4E-37AF-CC6C935069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198" y="500240"/>
            <a:ext cx="11475604" cy="1073476"/>
          </a:xfrm>
        </p:spPr>
        <p:txBody>
          <a:bodyPr/>
          <a:lstStyle/>
          <a:p>
            <a:r>
              <a:rPr lang="en-US" altLang="zh-CN" dirty="0" err="1">
                <a:cs typeface="Poppins SemiBold"/>
              </a:rPr>
              <a:t>Poslovni</a:t>
            </a:r>
            <a:r>
              <a:rPr lang="en-US" altLang="zh-CN" dirty="0">
                <a:cs typeface="Poppins SemiBold"/>
              </a:rPr>
              <a:t>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FF6AA0-A9D0-936A-ABEE-BE69F443521D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1463152" y="2262701"/>
            <a:ext cx="2628365" cy="520700"/>
          </a:xfrm>
        </p:spPr>
        <p:txBody>
          <a:bodyPr/>
          <a:lstStyle/>
          <a:p>
            <a:r>
              <a:rPr lang="en-US" altLang="zh-CN" dirty="0"/>
              <a:t>Model </a:t>
            </a:r>
            <a:r>
              <a:rPr lang="en-US" altLang="zh-CN" dirty="0" err="1"/>
              <a:t>naplate</a:t>
            </a:r>
            <a:endParaRPr lang="en-US" dirty="0" err="1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6FDFBA-98E1-0B4A-5B8C-3AEFA0230BF7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463152" y="3044865"/>
            <a:ext cx="2628900" cy="520700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en-US" altLang="zh-CN" dirty="0" err="1"/>
              <a:t>Godišnja</a:t>
            </a:r>
            <a:r>
              <a:rPr lang="en-US" altLang="zh-CN" dirty="0"/>
              <a:t> </a:t>
            </a:r>
            <a:r>
              <a:rPr lang="en-US" altLang="zh-CN" dirty="0" err="1"/>
              <a:t>pretplata</a:t>
            </a:r>
            <a:r>
              <a:rPr lang="en-US" altLang="zh-CN" dirty="0"/>
              <a:t>, </a:t>
            </a:r>
            <a:r>
              <a:rPr lang="en-US" altLang="zh-CN" dirty="0" err="1"/>
              <a:t>mrežna</a:t>
            </a:r>
            <a:r>
              <a:rPr lang="en-US" altLang="zh-CN" dirty="0"/>
              <a:t> </a:t>
            </a:r>
            <a:r>
              <a:rPr lang="en-US" altLang="zh-CN" dirty="0" err="1"/>
              <a:t>naknada</a:t>
            </a:r>
            <a:r>
              <a:rPr lang="en-US" altLang="zh-CN" dirty="0"/>
              <a:t>, </a:t>
            </a:r>
            <a:r>
              <a:rPr lang="en-US" altLang="zh-CN" dirty="0" err="1"/>
              <a:t>licenciranje</a:t>
            </a:r>
            <a:r>
              <a:rPr lang="en-US" altLang="zh-CN" dirty="0"/>
              <a:t> </a:t>
            </a:r>
            <a:r>
              <a:rPr lang="en-US" altLang="zh-CN" dirty="0" err="1"/>
              <a:t>dobavljačima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0088BEA-EE93-E4B2-3965-B9D645DDB1C5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1463152" y="4349214"/>
            <a:ext cx="2628365" cy="520700"/>
          </a:xfrm>
        </p:spPr>
        <p:txBody>
          <a:bodyPr/>
          <a:lstStyle/>
          <a:p>
            <a:r>
              <a:rPr lang="en-US" altLang="zh-CN" dirty="0" err="1"/>
              <a:t>Struktura</a:t>
            </a:r>
            <a:r>
              <a:rPr lang="en-US" altLang="zh-CN" dirty="0"/>
              <a:t> </a:t>
            </a:r>
            <a:r>
              <a:rPr lang="en-US" altLang="zh-CN" dirty="0" err="1"/>
              <a:t>troškova</a:t>
            </a:r>
            <a:endParaRPr lang="en-US" dirty="0" err="1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F2179A-967C-8CCA-49BE-A39336B7BB1B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1463152" y="5131378"/>
            <a:ext cx="2628900" cy="520700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en-US" altLang="zh-CN" dirty="0" err="1"/>
              <a:t>Razvoj</a:t>
            </a:r>
            <a:r>
              <a:rPr lang="en-US" altLang="zh-CN" dirty="0"/>
              <a:t> I </a:t>
            </a:r>
            <a:r>
              <a:rPr lang="en-US" altLang="zh-CN" dirty="0" err="1"/>
              <a:t>održavanje</a:t>
            </a:r>
            <a:r>
              <a:rPr lang="en-US" altLang="zh-CN" dirty="0"/>
              <a:t> </a:t>
            </a:r>
            <a:r>
              <a:rPr lang="en-US" altLang="zh-CN" dirty="0" err="1"/>
              <a:t>programske</a:t>
            </a:r>
            <a:r>
              <a:rPr lang="en-US" altLang="zh-CN" dirty="0"/>
              <a:t> </a:t>
            </a:r>
            <a:r>
              <a:rPr lang="en-US" altLang="zh-CN" dirty="0" err="1"/>
              <a:t>potpore</a:t>
            </a:r>
            <a:r>
              <a:rPr lang="en-US" altLang="zh-CN" dirty="0"/>
              <a:t>, IT </a:t>
            </a:r>
            <a:r>
              <a:rPr lang="en-US" altLang="zh-CN" dirty="0" err="1"/>
              <a:t>infrastruktura</a:t>
            </a:r>
            <a:endParaRPr lang="en-US" altLang="zh-CN" dirty="0" err="1">
              <a:cs typeface="Poppins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C5E35C3-5967-3520-C7C3-5F3FDDBB1FF6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8100483" y="2262701"/>
            <a:ext cx="2628365" cy="520700"/>
          </a:xfrm>
        </p:spPr>
        <p:txBody>
          <a:bodyPr/>
          <a:lstStyle/>
          <a:p>
            <a:r>
              <a:rPr lang="en-US" altLang="zh-CN" dirty="0" err="1"/>
              <a:t>Partnerstvo</a:t>
            </a:r>
            <a:endParaRPr lang="en-US" dirty="0" err="1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4159397-E289-FCE1-AC1A-9B9B47339F78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8100483" y="3044865"/>
            <a:ext cx="2628900" cy="520700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en-US" altLang="zh-CN" dirty="0"/>
              <a:t>White-label </a:t>
            </a:r>
            <a:r>
              <a:rPr lang="en-US" altLang="zh-CN" dirty="0" err="1"/>
              <a:t>rješenja</a:t>
            </a:r>
            <a:r>
              <a:rPr lang="en-US" altLang="zh-CN" dirty="0"/>
              <a:t>, </a:t>
            </a:r>
            <a:r>
              <a:rPr lang="en-US" altLang="zh-CN" dirty="0" err="1"/>
              <a:t>integracija</a:t>
            </a:r>
            <a:r>
              <a:rPr lang="en-US" altLang="zh-CN" dirty="0"/>
              <a:t> </a:t>
            </a:r>
            <a:r>
              <a:rPr lang="en-US" altLang="zh-CN" dirty="0" err="1"/>
              <a:t>Nedjeljnika</a:t>
            </a:r>
            <a:endParaRPr lang="en-US" altLang="zh-CN" dirty="0" err="1">
              <a:cs typeface="Poppins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74A661C-CFB3-48A7-9A71-E9A76C90CE98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8100483" y="4349214"/>
            <a:ext cx="2628365" cy="520700"/>
          </a:xfrm>
        </p:spPr>
        <p:txBody>
          <a:bodyPr/>
          <a:lstStyle/>
          <a:p>
            <a:r>
              <a:rPr lang="en-US" altLang="zh-CN" dirty="0"/>
              <a:t>Rast I </a:t>
            </a:r>
            <a:r>
              <a:rPr lang="en-US" altLang="zh-CN" dirty="0" err="1"/>
              <a:t>skaliranje</a:t>
            </a:r>
            <a:endParaRPr lang="en-US" dirty="0" err="1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664EAE0-DB4B-2A75-9A95-0D77E543B569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8100483" y="5131378"/>
            <a:ext cx="2628900" cy="520700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en-US" altLang="zh-CN" dirty="0" err="1"/>
              <a:t>Povećanje</a:t>
            </a:r>
            <a:r>
              <a:rPr lang="en-US" altLang="zh-CN" dirty="0"/>
              <a:t> </a:t>
            </a:r>
            <a:r>
              <a:rPr lang="en-US" altLang="zh-CN" dirty="0" err="1"/>
              <a:t>broja</a:t>
            </a:r>
            <a:r>
              <a:rPr lang="en-US" altLang="zh-CN" dirty="0"/>
              <a:t> </a:t>
            </a:r>
            <a:r>
              <a:rPr lang="en-US" altLang="zh-CN" dirty="0" err="1"/>
              <a:t>trgovaca</a:t>
            </a:r>
            <a:r>
              <a:rPr lang="en-US" altLang="zh-CN" dirty="0"/>
              <a:t>, </a:t>
            </a:r>
            <a:r>
              <a:rPr lang="en-US" altLang="zh-CN" dirty="0" err="1"/>
              <a:t>povećanje</a:t>
            </a:r>
            <a:r>
              <a:rPr lang="en-US" altLang="zh-CN" dirty="0"/>
              <a:t> </a:t>
            </a:r>
            <a:r>
              <a:rPr lang="en-US" altLang="zh-CN" dirty="0" err="1"/>
              <a:t>vrijednosti</a:t>
            </a:r>
            <a:r>
              <a:rPr lang="en-US" altLang="zh-CN" dirty="0"/>
              <a:t> </a:t>
            </a:r>
            <a:r>
              <a:rPr lang="en-US" altLang="zh-CN" dirty="0" err="1"/>
              <a:t>algoritma</a:t>
            </a:r>
            <a:r>
              <a:rPr lang="en-US" altLang="zh-CN" dirty="0"/>
              <a:t>, </a:t>
            </a:r>
            <a:r>
              <a:rPr lang="en-US" altLang="zh-CN" dirty="0" err="1"/>
              <a:t>širenje</a:t>
            </a:r>
            <a:r>
              <a:rPr lang="en-US" altLang="zh-CN" dirty="0"/>
              <a:t> </a:t>
            </a:r>
            <a:r>
              <a:rPr lang="en-US" altLang="zh-CN" dirty="0" err="1"/>
              <a:t>ponude</a:t>
            </a:r>
            <a:endParaRPr lang="en-US" altLang="zh-CN" dirty="0" err="1"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23437582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262D5-33E3-019F-6757-C554DD961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80325" y="637365"/>
            <a:ext cx="3467675" cy="1527048"/>
          </a:xfrm>
        </p:spPr>
        <p:txBody>
          <a:bodyPr anchor="b">
            <a:normAutofit/>
          </a:bodyPr>
          <a:lstStyle/>
          <a:p>
            <a:r>
              <a:rPr lang="en-US" err="1"/>
              <a:t>Konkurencija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8C945F18-85EC-4261-A097-11D82DB1C17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880325" y="2306316"/>
            <a:ext cx="3467675" cy="3719764"/>
          </a:xfrm>
        </p:spPr>
        <p:txBody>
          <a:bodyPr>
            <a:normAutofit/>
          </a:bodyPr>
          <a:lstStyle/>
          <a:p>
            <a:pPr marL="285750" indent="-285750">
              <a:buChar char="•"/>
            </a:pPr>
            <a:r>
              <a:rPr lang="en-US" sz="2000" err="1"/>
              <a:t>Direktne</a:t>
            </a:r>
            <a:r>
              <a:rPr lang="en-US" sz="2000"/>
              <a:t> </a:t>
            </a:r>
            <a:r>
              <a:rPr lang="en-US" sz="2000" err="1"/>
              <a:t>nema</a:t>
            </a:r>
          </a:p>
          <a:p>
            <a:pPr marL="285750" indent="-285750">
              <a:buChar char="•"/>
            </a:pPr>
            <a:r>
              <a:rPr lang="en-US" sz="2000" err="1"/>
              <a:t>Indirektna</a:t>
            </a:r>
            <a:r>
              <a:rPr lang="en-US" sz="2000"/>
              <a:t> (ERP </a:t>
            </a:r>
            <a:r>
              <a:rPr lang="en-US" sz="2000" err="1"/>
              <a:t>i</a:t>
            </a:r>
            <a:r>
              <a:rPr lang="en-US" sz="2000"/>
              <a:t> WFM </a:t>
            </a:r>
            <a:r>
              <a:rPr lang="en-US" sz="2000" err="1"/>
              <a:t>sustavi</a:t>
            </a:r>
            <a:r>
              <a:rPr lang="en-US" sz="2000"/>
              <a:t>):</a:t>
            </a:r>
          </a:p>
          <a:p>
            <a:pPr marL="742950" lvl="1" indent="-285750">
              <a:buFont typeface="Courier New" panose="020B0604020202020204" pitchFamily="34" charset="0"/>
              <a:buChar char="o"/>
            </a:pPr>
            <a:r>
              <a:rPr lang="en-US" sz="2000" err="1"/>
              <a:t>Tomsoft</a:t>
            </a:r>
            <a:r>
              <a:rPr lang="en-US" sz="2000"/>
              <a:t> (</a:t>
            </a:r>
            <a:r>
              <a:rPr lang="en-US" sz="2000" err="1"/>
              <a:t>Luceed</a:t>
            </a:r>
            <a:r>
              <a:rPr lang="en-US" sz="2000"/>
              <a:t>) - ERP</a:t>
            </a:r>
          </a:p>
          <a:p>
            <a:pPr marL="742950" lvl="1" indent="-285750">
              <a:buFont typeface="Courier New" panose="020B0604020202020204" pitchFamily="34" charset="0"/>
              <a:buChar char="o"/>
            </a:pPr>
            <a:r>
              <a:rPr lang="en-US" sz="2000" err="1"/>
              <a:t>Datalab</a:t>
            </a:r>
            <a:r>
              <a:rPr lang="en-US" sz="2000"/>
              <a:t> (Pantheon) - ERP</a:t>
            </a:r>
          </a:p>
          <a:p>
            <a:pPr marL="742950" lvl="1" indent="-285750">
              <a:buFont typeface="Courier New" panose="020B0604020202020204" pitchFamily="34" charset="0"/>
              <a:buChar char="o"/>
            </a:pPr>
            <a:r>
              <a:rPr lang="en-US" sz="2000" err="1"/>
              <a:t>Špica</a:t>
            </a:r>
            <a:r>
              <a:rPr lang="en-US" sz="2000"/>
              <a:t> </a:t>
            </a:r>
            <a:r>
              <a:rPr lang="en-US" sz="2000" err="1"/>
              <a:t>sustavi</a:t>
            </a:r>
            <a:r>
              <a:rPr lang="en-US" sz="2000"/>
              <a:t> – WFM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/>
              <a:t>Ne nude </a:t>
            </a:r>
            <a:r>
              <a:rPr lang="en-US" sz="2000" err="1"/>
              <a:t>specifično</a:t>
            </a:r>
            <a:r>
              <a:rPr lang="en-US" sz="2000"/>
              <a:t> </a:t>
            </a:r>
            <a:r>
              <a:rPr lang="en-US" sz="2000" err="1"/>
              <a:t>rješenje</a:t>
            </a:r>
            <a:r>
              <a:rPr lang="en-US" sz="2000"/>
              <a:t> </a:t>
            </a:r>
            <a:r>
              <a:rPr lang="en-US" sz="2000" err="1"/>
              <a:t>Nedjeljnika</a:t>
            </a:r>
          </a:p>
        </p:txBody>
      </p:sp>
      <p:pic>
        <p:nvPicPr>
          <p:cNvPr id="19" name="Picture Placeholder 18" descr="A diagram of a swot analysis&#10;&#10;AI-generated content may be incorrect.">
            <a:extLst>
              <a:ext uri="{FF2B5EF4-FFF2-40B4-BE49-F238E27FC236}">
                <a16:creationId xmlns:a16="http://schemas.microsoft.com/office/drawing/2014/main" id="{0F4D4259-1AA9-3B0A-8680-A7B91DE32645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r="1831"/>
          <a:stretch>
            <a:fillRect/>
          </a:stretch>
        </p:blipFill>
        <p:spPr>
          <a:xfrm>
            <a:off x="487717" y="622570"/>
            <a:ext cx="7096427" cy="540350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3315894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23F858-040C-A12A-EC6D-8FE96598D6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6E73B-10C0-D34B-4C7F-4AF2FC879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198" y="500240"/>
            <a:ext cx="11475604" cy="1073476"/>
          </a:xfrm>
        </p:spPr>
        <p:txBody>
          <a:bodyPr>
            <a:noAutofit/>
          </a:bodyPr>
          <a:lstStyle/>
          <a:p>
            <a:r>
              <a:rPr lang="en-US" altLang="zh-CN" dirty="0" err="1"/>
              <a:t>Rizici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6CDE00-4E3F-B0C2-2886-AAD470264777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218024" y="3057469"/>
            <a:ext cx="502234" cy="363433"/>
          </a:xfrm>
        </p:spPr>
        <p:txBody>
          <a:bodyPr>
            <a:noAutofit/>
          </a:bodyPr>
          <a:lstStyle/>
          <a:p>
            <a:r>
              <a:rPr lang="en-US" altLang="zh-CN"/>
              <a:t>01</a:t>
            </a:r>
            <a:endParaRPr lang="zh-CN" alt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7AEC1C7-9B67-0162-E0EF-D84F04CC08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35198" y="2350267"/>
            <a:ext cx="3827474" cy="619136"/>
          </a:xfrm>
        </p:spPr>
        <p:txBody>
          <a:bodyPr>
            <a:noAutofit/>
          </a:bodyPr>
          <a:lstStyle/>
          <a:p>
            <a:r>
              <a:rPr lang="en-US" altLang="zh-CN" dirty="0" err="1"/>
              <a:t>Tržišni</a:t>
            </a:r>
            <a:r>
              <a:rPr lang="en-US" altLang="zh-CN" dirty="0"/>
              <a:t> </a:t>
            </a:r>
            <a:r>
              <a:rPr lang="en-US" altLang="zh-CN" dirty="0" err="1"/>
              <a:t>rizik</a:t>
            </a:r>
            <a:endParaRPr lang="en-US" dirty="0" err="1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BD448C5-A586-92F8-B1C0-5188D8DD74C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35196" y="3167183"/>
            <a:ext cx="3827474" cy="537150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en-US" altLang="zh-CN" dirty="0" err="1"/>
              <a:t>Veličina</a:t>
            </a:r>
            <a:r>
              <a:rPr lang="en-US" altLang="zh-CN" dirty="0"/>
              <a:t> </a:t>
            </a:r>
            <a:r>
              <a:rPr lang="en-US" altLang="zh-CN" dirty="0" err="1"/>
              <a:t>tržišta</a:t>
            </a:r>
            <a:r>
              <a:rPr lang="en-US" altLang="zh-CN" dirty="0"/>
              <a:t>, </a:t>
            </a:r>
            <a:r>
              <a:rPr lang="en-US" altLang="zh-CN" dirty="0" err="1"/>
              <a:t>spora</a:t>
            </a:r>
            <a:r>
              <a:rPr lang="en-US" altLang="zh-CN" dirty="0"/>
              <a:t> </a:t>
            </a:r>
            <a:r>
              <a:rPr lang="en-US" altLang="zh-CN" dirty="0" err="1"/>
              <a:t>adopcija</a:t>
            </a:r>
            <a:r>
              <a:rPr lang="en-US" altLang="zh-CN" dirty="0"/>
              <a:t> </a:t>
            </a:r>
            <a:r>
              <a:rPr lang="en-US" altLang="zh-CN" dirty="0" err="1"/>
              <a:t>rješenja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DA1597-656C-939F-DA25-463624C09CE4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471738" y="3057469"/>
            <a:ext cx="502234" cy="363433"/>
          </a:xfrm>
        </p:spPr>
        <p:txBody>
          <a:bodyPr>
            <a:noAutofit/>
          </a:bodyPr>
          <a:lstStyle/>
          <a:p>
            <a:r>
              <a:rPr lang="en-US" altLang="zh-CN"/>
              <a:t>02</a:t>
            </a:r>
            <a:endParaRPr lang="zh-CN" alt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D638107-A0BD-0EAD-3B9F-7FC7F0A8C9E8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7629328" y="2350267"/>
            <a:ext cx="3827474" cy="619136"/>
          </a:xfrm>
        </p:spPr>
        <p:txBody>
          <a:bodyPr>
            <a:noAutofit/>
          </a:bodyPr>
          <a:lstStyle/>
          <a:p>
            <a:r>
              <a:rPr lang="en-US" altLang="zh-CN" dirty="0" err="1"/>
              <a:t>Tehnički</a:t>
            </a:r>
            <a:r>
              <a:rPr lang="en-US" altLang="zh-CN" dirty="0"/>
              <a:t> </a:t>
            </a:r>
            <a:r>
              <a:rPr lang="en-US" altLang="zh-CN" dirty="0" err="1"/>
              <a:t>rizik</a:t>
            </a:r>
            <a:endParaRPr lang="en-US" altLang="zh-CN" dirty="0" err="1">
              <a:cs typeface="Poppins SemiBold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EAD749B-13BF-D6E9-02BB-93BF2C971BEC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629326" y="3167183"/>
            <a:ext cx="3827474" cy="537150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en-US" altLang="zh-CN" dirty="0" err="1"/>
              <a:t>Kvaliteta</a:t>
            </a:r>
            <a:r>
              <a:rPr lang="en-US" altLang="zh-CN" dirty="0"/>
              <a:t>, </a:t>
            </a:r>
            <a:r>
              <a:rPr lang="en-US" altLang="zh-CN" dirty="0" err="1"/>
              <a:t>konzistentnost</a:t>
            </a:r>
            <a:r>
              <a:rPr lang="en-US" altLang="zh-CN" dirty="0"/>
              <a:t> I </a:t>
            </a:r>
            <a:r>
              <a:rPr lang="en-US" altLang="zh-CN" dirty="0" err="1"/>
              <a:t>dostupnost</a:t>
            </a:r>
            <a:r>
              <a:rPr lang="en-US" altLang="zh-CN" dirty="0"/>
              <a:t> </a:t>
            </a:r>
            <a:r>
              <a:rPr lang="en-US" altLang="zh-CN" dirty="0" err="1"/>
              <a:t>podataka</a:t>
            </a:r>
            <a:r>
              <a:rPr lang="en-US" altLang="zh-CN" dirty="0"/>
              <a:t>, </a:t>
            </a:r>
            <a:r>
              <a:rPr lang="en-US" altLang="zh-CN" dirty="0" err="1"/>
              <a:t>razlličiti</a:t>
            </a:r>
            <a:r>
              <a:rPr lang="en-US" altLang="zh-CN" dirty="0"/>
              <a:t> </a:t>
            </a:r>
            <a:r>
              <a:rPr lang="en-US" altLang="zh-CN" dirty="0" err="1"/>
              <a:t>sustavi</a:t>
            </a:r>
            <a:r>
              <a:rPr lang="en-US" altLang="zh-CN" dirty="0"/>
              <a:t> I </a:t>
            </a:r>
            <a:r>
              <a:rPr lang="en-US" altLang="zh-CN" dirty="0" err="1"/>
              <a:t>formati</a:t>
            </a:r>
            <a:r>
              <a:rPr lang="en-US" altLang="zh-CN" dirty="0"/>
              <a:t> </a:t>
            </a:r>
            <a:r>
              <a:rPr lang="en-US" altLang="zh-CN" dirty="0" err="1"/>
              <a:t>podataka</a:t>
            </a:r>
            <a:endParaRPr lang="en-US" altLang="zh-CN" dirty="0" err="1">
              <a:cs typeface="Poppins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D4EEA4-0E33-8225-8EA2-8FCCC0347C06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218026" y="4315566"/>
            <a:ext cx="502234" cy="363433"/>
          </a:xfrm>
        </p:spPr>
        <p:txBody>
          <a:bodyPr>
            <a:noAutofit/>
          </a:bodyPr>
          <a:lstStyle/>
          <a:p>
            <a:r>
              <a:rPr lang="en-US" altLang="zh-CN"/>
              <a:t>03</a:t>
            </a:r>
            <a:endParaRPr lang="zh-CN" alt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CE742FD-120B-FCEF-56C0-E594D440673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35198" y="4087738"/>
            <a:ext cx="3827474" cy="619136"/>
          </a:xfrm>
        </p:spPr>
        <p:txBody>
          <a:bodyPr>
            <a:noAutofit/>
          </a:bodyPr>
          <a:lstStyle/>
          <a:p>
            <a:r>
              <a:rPr lang="en-US" altLang="zh-CN" dirty="0" err="1">
                <a:cs typeface="Poppins SemiBold"/>
              </a:rPr>
              <a:t>Financijski</a:t>
            </a:r>
            <a:r>
              <a:rPr lang="en-US" altLang="zh-CN" dirty="0">
                <a:cs typeface="Poppins SemiBold"/>
              </a:rPr>
              <a:t> </a:t>
            </a:r>
            <a:r>
              <a:rPr lang="en-US" altLang="zh-CN" dirty="0" err="1">
                <a:cs typeface="Poppins SemiBold"/>
              </a:rPr>
              <a:t>rizik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DCCAC1F-B882-A6CF-ABBD-66C07F705485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735196" y="4904654"/>
            <a:ext cx="3827474" cy="537150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en-US" altLang="zh-CN" dirty="0" err="1"/>
              <a:t>Nekonzistentan</a:t>
            </a:r>
            <a:r>
              <a:rPr lang="en-US" altLang="zh-CN" dirty="0"/>
              <a:t> </a:t>
            </a:r>
            <a:r>
              <a:rPr lang="en-US" altLang="zh-CN" dirty="0" err="1"/>
              <a:t>prihod</a:t>
            </a:r>
            <a:r>
              <a:rPr lang="en-US" altLang="zh-CN" dirty="0"/>
              <a:t>, </a:t>
            </a:r>
            <a:r>
              <a:rPr lang="en-US" altLang="zh-CN" dirty="0" err="1"/>
              <a:t>dugi</a:t>
            </a:r>
            <a:r>
              <a:rPr lang="en-US" altLang="zh-CN" dirty="0"/>
              <a:t> </a:t>
            </a:r>
            <a:r>
              <a:rPr lang="en-US" altLang="zh-CN" dirty="0" err="1"/>
              <a:t>prodajni</a:t>
            </a:r>
            <a:r>
              <a:rPr lang="en-US" altLang="zh-CN" dirty="0"/>
              <a:t> </a:t>
            </a:r>
            <a:r>
              <a:rPr lang="en-US" altLang="zh-CN" dirty="0" err="1"/>
              <a:t>ciklusi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1C31D9B-A46D-3371-37FA-E95EE1FE399C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471738" y="4315566"/>
            <a:ext cx="502234" cy="363433"/>
          </a:xfrm>
        </p:spPr>
        <p:txBody>
          <a:bodyPr>
            <a:noAutofit/>
          </a:bodyPr>
          <a:lstStyle/>
          <a:p>
            <a:r>
              <a:rPr lang="en-US" altLang="zh-CN"/>
              <a:t>04</a:t>
            </a:r>
            <a:endParaRPr lang="zh-CN" altLang="en-US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A3ACADBD-BFE3-3C69-4EE1-EEE8EDE0785C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629328" y="4087738"/>
            <a:ext cx="3827474" cy="619136"/>
          </a:xfrm>
        </p:spPr>
        <p:txBody>
          <a:bodyPr>
            <a:noAutofit/>
          </a:bodyPr>
          <a:lstStyle/>
          <a:p>
            <a:r>
              <a:rPr lang="en-US" altLang="zh-CN" dirty="0" err="1"/>
              <a:t>Ljudski</a:t>
            </a:r>
            <a:r>
              <a:rPr lang="en-US" altLang="zh-CN" dirty="0"/>
              <a:t> </a:t>
            </a:r>
            <a:r>
              <a:rPr lang="en-US" altLang="zh-CN" dirty="0" err="1"/>
              <a:t>rizik</a:t>
            </a:r>
            <a:endParaRPr lang="en-US" dirty="0" err="1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3F0878A2-D6BB-53D8-4217-3A7AA3EDC73D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7629326" y="4904654"/>
            <a:ext cx="3827474" cy="537150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en-US" altLang="zh-CN" dirty="0" err="1">
                <a:cs typeface="Poppins"/>
              </a:rPr>
              <a:t>Potreba</a:t>
            </a:r>
            <a:r>
              <a:rPr lang="en-US" altLang="zh-CN" dirty="0">
                <a:cs typeface="Poppins"/>
              </a:rPr>
              <a:t> za </a:t>
            </a:r>
            <a:r>
              <a:rPr lang="en-US" altLang="zh-CN" dirty="0" err="1">
                <a:cs typeface="Poppins"/>
              </a:rPr>
              <a:t>stručnim</a:t>
            </a:r>
            <a:r>
              <a:rPr lang="en-US" altLang="zh-CN" dirty="0">
                <a:cs typeface="Poppins"/>
              </a:rPr>
              <a:t> </a:t>
            </a:r>
            <a:r>
              <a:rPr lang="en-US" altLang="zh-CN" dirty="0" err="1">
                <a:cs typeface="Poppins"/>
              </a:rPr>
              <a:t>timom</a:t>
            </a:r>
          </a:p>
        </p:txBody>
      </p:sp>
    </p:spTree>
    <p:extLst>
      <p:ext uri="{BB962C8B-B14F-4D97-AF65-F5344CB8AC3E}">
        <p14:creationId xmlns:p14="http://schemas.microsoft.com/office/powerpoint/2010/main" val="9177501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821354-EBC2-4CDF-7913-C72C13FCCB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E8C6F-4CEA-0731-94EB-FAA972BE76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6050" y="622569"/>
            <a:ext cx="9360000" cy="2423843"/>
          </a:xfrm>
        </p:spPr>
        <p:txBody>
          <a:bodyPr/>
          <a:lstStyle/>
          <a:p>
            <a:r>
              <a:rPr lang="en-US" dirty="0" err="1">
                <a:ea typeface="+mj-lt"/>
                <a:cs typeface="+mj-lt"/>
              </a:rPr>
              <a:t>Rezultat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analize</a:t>
            </a:r>
            <a:r>
              <a:rPr lang="en-US" dirty="0">
                <a:ea typeface="+mj-lt"/>
                <a:cs typeface="+mj-lt"/>
              </a:rPr>
              <a:t>: </a:t>
            </a:r>
            <a:r>
              <a:rPr lang="en-US" dirty="0" err="1">
                <a:ea typeface="+mj-lt"/>
                <a:cs typeface="+mj-lt"/>
              </a:rPr>
              <a:t>održiva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poslovna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prilika</a:t>
            </a:r>
            <a:endParaRPr lang="en-US" dirty="0" err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300687-C4B2-1348-B705-3D8E301E97C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416051" y="3315855"/>
            <a:ext cx="9359999" cy="2133600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 err="1">
                <a:ea typeface="+mn-lt"/>
                <a:cs typeface="+mn-lt"/>
              </a:rPr>
              <a:t>Regulacija</a:t>
            </a:r>
            <a:r>
              <a:rPr lang="en-US" dirty="0">
                <a:ea typeface="+mn-lt"/>
                <a:cs typeface="+mn-lt"/>
              </a:rPr>
              <a:t> rada </a:t>
            </a:r>
            <a:r>
              <a:rPr lang="en-US" dirty="0" err="1">
                <a:ea typeface="+mn-lt"/>
                <a:cs typeface="+mn-lt"/>
              </a:rPr>
              <a:t>nedjeljom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stvara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trajnu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predvidivu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tržišnu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potrebu</a:t>
            </a:r>
            <a:r>
              <a:rPr lang="en-US" dirty="0">
                <a:ea typeface="+mn-lt"/>
                <a:cs typeface="+mn-lt"/>
              </a:rPr>
              <a:t> za </a:t>
            </a:r>
            <a:r>
              <a:rPr lang="en-US" dirty="0" err="1">
                <a:ea typeface="+mn-lt"/>
                <a:cs typeface="+mn-lt"/>
              </a:rPr>
              <a:t>analitičkim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rješenjima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koja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omogućuju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donošenje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informiranih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odluka</a:t>
            </a:r>
            <a:r>
              <a:rPr lang="en-US" dirty="0">
                <a:ea typeface="+mn-lt"/>
                <a:cs typeface="+mn-lt"/>
              </a:rPr>
              <a:t>.</a:t>
            </a:r>
            <a:endParaRPr lang="zh-CN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77575328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HEME" val="template.pptx"/>
</p:tagLst>
</file>

<file path=ppt/theme/theme1.xml><?xml version="1.0" encoding="utf-8"?>
<a:theme xmlns:a="http://schemas.openxmlformats.org/drawingml/2006/main" name="Custom">
  <a:themeElements>
    <a:clrScheme name="global2.11">
      <a:dk1>
        <a:sysClr val="windowText" lastClr="000000"/>
      </a:dk1>
      <a:lt1>
        <a:sysClr val="window" lastClr="FFFFFF"/>
      </a:lt1>
      <a:dk2>
        <a:srgbClr val="1E55B8"/>
      </a:dk2>
      <a:lt2>
        <a:srgbClr val="6CABF0"/>
      </a:lt2>
      <a:accent1>
        <a:srgbClr val="1674DC"/>
      </a:accent1>
      <a:accent2>
        <a:srgbClr val="5AE495"/>
      </a:accent2>
      <a:accent3>
        <a:srgbClr val="4253EF"/>
      </a:accent3>
      <a:accent4>
        <a:srgbClr val="00B0F0"/>
      </a:accent4>
      <a:accent5>
        <a:srgbClr val="63C0F8"/>
      </a:accent5>
      <a:accent6>
        <a:srgbClr val="0070C0"/>
      </a:accent6>
      <a:hlink>
        <a:srgbClr val="002060"/>
      </a:hlink>
      <a:folHlink>
        <a:srgbClr val="7030A0"/>
      </a:folHlink>
    </a:clrScheme>
    <a:fontScheme name="Custom 7">
      <a:majorFont>
        <a:latin typeface="Poppins SemiBold"/>
        <a:ea typeface=""/>
        <a:cs typeface=""/>
      </a:majorFont>
      <a:minorFont>
        <a:latin typeface="Poppins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867FBBEFD40724CA20725D6B3094130" ma:contentTypeVersion="14" ma:contentTypeDescription="Create a new document." ma:contentTypeScope="" ma:versionID="b563ecc397a77cd5d82b22a852f9d63c">
  <xsd:schema xmlns:xsd="http://www.w3.org/2001/XMLSchema" xmlns:xs="http://www.w3.org/2001/XMLSchema" xmlns:p="http://schemas.microsoft.com/office/2006/metadata/properties" xmlns:ns1="http://schemas.microsoft.com/sharepoint/v3" xmlns:ns2="21705155-b4ce-4c69-95dc-4fd6cb8c5571" xmlns:ns3="38de0ec0-4312-429b-9ba4-a6f7899b86f2" targetNamespace="http://schemas.microsoft.com/office/2006/metadata/properties" ma:root="true" ma:fieldsID="514fef1a96c1431b584933149cb0dc9f" ns1:_="" ns2:_="" ns3:_="">
    <xsd:import namespace="http://schemas.microsoft.com/sharepoint/v3"/>
    <xsd:import namespace="21705155-b4ce-4c69-95dc-4fd6cb8c5571"/>
    <xsd:import namespace="38de0ec0-4312-429b-9ba4-a6f7899b86f2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BillingMetadata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1705155-b4ce-4c69-95dc-4fd6cb8c5571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BillingMetadata" ma:index="19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8de0ec0-4312-429b-9ba4-a6f7899b86f2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61ef2866-7176-4fd6-ae15-58358271bbbc}" ma:internalName="TaxCatchAll" ma:showField="CatchAllData" ma:web="38de0ec0-4312-429b-9ba4-a6f7899b86f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TaxCatchAll xmlns="38de0ec0-4312-429b-9ba4-a6f7899b86f2" xsi:nil="true"/>
    <_ip_UnifiedCompliancePolicyProperties xmlns="http://schemas.microsoft.com/sharepoint/v3" xsi:nil="true"/>
    <lcf76f155ced4ddcb4097134ff3c332f xmlns="21705155-b4ce-4c69-95dc-4fd6cb8c5571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DA5489D-F149-42F3-BC44-7AEC22AD6F7A}">
  <ds:schemaRefs>
    <ds:schemaRef ds:uri="21705155-b4ce-4c69-95dc-4fd6cb8c5571"/>
    <ds:schemaRef ds:uri="38de0ec0-4312-429b-9ba4-a6f7899b86f2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17044193-9CEC-4B0C-A704-002174A4A58F}">
  <ds:schemaRefs>
    <ds:schemaRef ds:uri="21705155-b4ce-4c69-95dc-4fd6cb8c5571"/>
    <ds:schemaRef ds:uri="38de0ec0-4312-429b-9ba4-a6f7899b86f2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9D30487B-DABF-4867-96A4-274E17D03608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10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Custom</vt:lpstr>
      <vt:lpstr>Nedjeljnik</vt:lpstr>
      <vt:lpstr>Nedjeljnik, ukratko</vt:lpstr>
      <vt:lpstr>Koncepcija</vt:lpstr>
      <vt:lpstr>Kupci i tržišni problemi</vt:lpstr>
      <vt:lpstr>Zašto kupcima treba Nedjeljnik i zašto plaćaju?</vt:lpstr>
      <vt:lpstr>Trendovi</vt:lpstr>
      <vt:lpstr>Poslovni model</vt:lpstr>
      <vt:lpstr>Konkurencija</vt:lpstr>
      <vt:lpstr>Rizici</vt:lpstr>
      <vt:lpstr>Rezultat analize: održiva poslovna prilika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75</cp:revision>
  <dcterms:created xsi:type="dcterms:W3CDTF">2026-01-02T16:08:02Z</dcterms:created>
  <dcterms:modified xsi:type="dcterms:W3CDTF">2026-01-09T17:14:37Z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0x0101001867FBBEFD40724CA20725D6B3094130</vt:lpwstr>
  </property>
  <property fmtid="{D5CDD505-2E9C-101B-9397-08002B2CF9AE}" pid="3" name="MediaServiceImageTags">
    <vt:lpwstr/>
  </property>
</Properties>
</file>